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1" r:id="rId6"/>
    <p:sldId id="272" r:id="rId7"/>
    <p:sldId id="260" r:id="rId8"/>
    <p:sldId id="261" r:id="rId9"/>
    <p:sldId id="262" r:id="rId10"/>
    <p:sldId id="273" r:id="rId11"/>
    <p:sldId id="263" r:id="rId12"/>
    <p:sldId id="264" r:id="rId13"/>
    <p:sldId id="265" r:id="rId14"/>
    <p:sldId id="266" r:id="rId15"/>
    <p:sldId id="267" r:id="rId16"/>
    <p:sldId id="274" r:id="rId17"/>
    <p:sldId id="268" r:id="rId18"/>
    <p:sldId id="275" r:id="rId19"/>
    <p:sldId id="269" r:id="rId20"/>
    <p:sldId id="27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1ED935-CF50-4562-B02E-D87F99769EE6}" v="1217" dt="2025-07-11T22:07:32.8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010" autoAdjust="0"/>
  </p:normalViewPr>
  <p:slideViewPr>
    <p:cSldViewPr snapToGrid="0">
      <p:cViewPr>
        <p:scale>
          <a:sx n="100" d="100"/>
          <a:sy n="100" d="100"/>
        </p:scale>
        <p:origin x="9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awright, Tyler" userId="0d679dc6-d022-4613-aaa8-d4a403513003" providerId="ADAL" clId="{5B1ED935-CF50-4562-B02E-D87F99769EE6}"/>
    <pc:docChg chg="undo custSel addSld delSld modSld">
      <pc:chgData name="Seawright, Tyler" userId="0d679dc6-d022-4613-aaa8-d4a403513003" providerId="ADAL" clId="{5B1ED935-CF50-4562-B02E-D87F99769EE6}" dt="2025-07-11T22:07:34.803" v="13384" actId="1076"/>
      <pc:docMkLst>
        <pc:docMk/>
      </pc:docMkLst>
      <pc:sldChg chg="addSp delSp modSp mod setBg setClrOvrMap">
        <pc:chgData name="Seawright, Tyler" userId="0d679dc6-d022-4613-aaa8-d4a403513003" providerId="ADAL" clId="{5B1ED935-CF50-4562-B02E-D87F99769EE6}" dt="2025-07-09T21:59:34.341" v="7092" actId="20577"/>
        <pc:sldMkLst>
          <pc:docMk/>
          <pc:sldMk cId="4102851169" sldId="256"/>
        </pc:sldMkLst>
        <pc:spChg chg="mod">
          <ac:chgData name="Seawright, Tyler" userId="0d679dc6-d022-4613-aaa8-d4a403513003" providerId="ADAL" clId="{5B1ED935-CF50-4562-B02E-D87F99769EE6}" dt="2025-07-08T02:01:32.468" v="2" actId="26606"/>
          <ac:spMkLst>
            <pc:docMk/>
            <pc:sldMk cId="4102851169" sldId="256"/>
            <ac:spMk id="2" creationId="{DFE5D9A0-66FC-B053-2896-5499676A0C3C}"/>
          </ac:spMkLst>
        </pc:spChg>
        <pc:spChg chg="mod">
          <ac:chgData name="Seawright, Tyler" userId="0d679dc6-d022-4613-aaa8-d4a403513003" providerId="ADAL" clId="{5B1ED935-CF50-4562-B02E-D87F99769EE6}" dt="2025-07-09T21:59:34.341" v="7092" actId="20577"/>
          <ac:spMkLst>
            <pc:docMk/>
            <pc:sldMk cId="4102851169" sldId="256"/>
            <ac:spMk id="3" creationId="{617D719D-78F8-5EDD-9278-EC5C559B122F}"/>
          </ac:spMkLst>
        </pc:spChg>
        <pc:picChg chg="add mod">
          <ac:chgData name="Seawright, Tyler" userId="0d679dc6-d022-4613-aaa8-d4a403513003" providerId="ADAL" clId="{5B1ED935-CF50-4562-B02E-D87F99769EE6}" dt="2025-07-08T02:04:35.632" v="101" actId="1076"/>
          <ac:picMkLst>
            <pc:docMk/>
            <pc:sldMk cId="4102851169" sldId="256"/>
            <ac:picMk id="1028" creationId="{A4B60C0C-ED3F-35BE-1E20-E5C3F2206247}"/>
          </ac:picMkLst>
        </pc:picChg>
      </pc:sldChg>
      <pc:sldChg chg="addSp delSp modSp new mod modNotesTx">
        <pc:chgData name="Seawright, Tyler" userId="0d679dc6-d022-4613-aaa8-d4a403513003" providerId="ADAL" clId="{5B1ED935-CF50-4562-B02E-D87F99769EE6}" dt="2025-07-09T22:46:32.977" v="8458" actId="20577"/>
        <pc:sldMkLst>
          <pc:docMk/>
          <pc:sldMk cId="1489765224" sldId="257"/>
        </pc:sldMkLst>
        <pc:spChg chg="mod">
          <ac:chgData name="Seawright, Tyler" userId="0d679dc6-d022-4613-aaa8-d4a403513003" providerId="ADAL" clId="{5B1ED935-CF50-4562-B02E-D87F99769EE6}" dt="2025-07-08T02:02:38.952" v="43" actId="20577"/>
          <ac:spMkLst>
            <pc:docMk/>
            <pc:sldMk cId="1489765224" sldId="257"/>
            <ac:spMk id="2" creationId="{51051EA5-224A-EEAA-3E5D-3605807EF4F4}"/>
          </ac:spMkLst>
        </pc:spChg>
        <pc:spChg chg="add mod">
          <ac:chgData name="Seawright, Tyler" userId="0d679dc6-d022-4613-aaa8-d4a403513003" providerId="ADAL" clId="{5B1ED935-CF50-4562-B02E-D87F99769EE6}" dt="2025-07-09T22:46:32.977" v="8458" actId="20577"/>
          <ac:spMkLst>
            <pc:docMk/>
            <pc:sldMk cId="1489765224" sldId="257"/>
            <ac:spMk id="6" creationId="{A4520781-5D63-F0B7-3882-0BF3F9CBAE1F}"/>
          </ac:spMkLst>
        </pc:spChg>
        <pc:picChg chg="add mod">
          <ac:chgData name="Seawright, Tyler" userId="0d679dc6-d022-4613-aaa8-d4a403513003" providerId="ADAL" clId="{5B1ED935-CF50-4562-B02E-D87F99769EE6}" dt="2025-07-09T22:46:06.155" v="8419" actId="1076"/>
          <ac:picMkLst>
            <pc:docMk/>
            <pc:sldMk cId="1489765224" sldId="257"/>
            <ac:picMk id="5" creationId="{F4763CDC-B588-A390-D005-D2FAAD71057F}"/>
          </ac:picMkLst>
        </pc:picChg>
      </pc:sldChg>
      <pc:sldChg chg="new del">
        <pc:chgData name="Seawright, Tyler" userId="0d679dc6-d022-4613-aaa8-d4a403513003" providerId="ADAL" clId="{5B1ED935-CF50-4562-B02E-D87F99769EE6}" dt="2025-07-08T02:08:10.715" v="490" actId="47"/>
        <pc:sldMkLst>
          <pc:docMk/>
          <pc:sldMk cId="3695128486" sldId="258"/>
        </pc:sldMkLst>
      </pc:sldChg>
      <pc:sldChg chg="addSp delSp modSp add mod modNotesTx">
        <pc:chgData name="Seawright, Tyler" userId="0d679dc6-d022-4613-aaa8-d4a403513003" providerId="ADAL" clId="{5B1ED935-CF50-4562-B02E-D87F99769EE6}" dt="2025-07-08T22:50:14.783" v="6473" actId="1076"/>
        <pc:sldMkLst>
          <pc:docMk/>
          <pc:sldMk cId="3938805456" sldId="258"/>
        </pc:sldMkLst>
        <pc:spChg chg="mod">
          <ac:chgData name="Seawright, Tyler" userId="0d679dc6-d022-4613-aaa8-d4a403513003" providerId="ADAL" clId="{5B1ED935-CF50-4562-B02E-D87F99769EE6}" dt="2025-07-08T02:08:34.620" v="509" actId="20577"/>
          <ac:spMkLst>
            <pc:docMk/>
            <pc:sldMk cId="3938805456" sldId="258"/>
            <ac:spMk id="2" creationId="{46D3A301-CEB3-EED6-7389-AE2D19073D6F}"/>
          </ac:spMkLst>
        </pc:spChg>
        <pc:spChg chg="add mod">
          <ac:chgData name="Seawright, Tyler" userId="0d679dc6-d022-4613-aaa8-d4a403513003" providerId="ADAL" clId="{5B1ED935-CF50-4562-B02E-D87F99769EE6}" dt="2025-07-08T02:35:13.227" v="2128" actId="20577"/>
          <ac:spMkLst>
            <pc:docMk/>
            <pc:sldMk cId="3938805456" sldId="258"/>
            <ac:spMk id="8" creationId="{23AC756E-84E0-A8D7-EEFD-80BC57D19D15}"/>
          </ac:spMkLst>
        </pc:spChg>
        <pc:spChg chg="add mod">
          <ac:chgData name="Seawright, Tyler" userId="0d679dc6-d022-4613-aaa8-d4a403513003" providerId="ADAL" clId="{5B1ED935-CF50-4562-B02E-D87F99769EE6}" dt="2025-07-08T22:50:14.783" v="6473" actId="1076"/>
          <ac:spMkLst>
            <pc:docMk/>
            <pc:sldMk cId="3938805456" sldId="258"/>
            <ac:spMk id="12" creationId="{F006E316-A82A-3E35-2B8C-49EDBA777E87}"/>
          </ac:spMkLst>
        </pc:spChg>
        <pc:graphicFrameChg chg="add mod">
          <ac:chgData name="Seawright, Tyler" userId="0d679dc6-d022-4613-aaa8-d4a403513003" providerId="ADAL" clId="{5B1ED935-CF50-4562-B02E-D87F99769EE6}" dt="2025-07-08T02:40:11.083" v="2179"/>
          <ac:graphicFrameMkLst>
            <pc:docMk/>
            <pc:sldMk cId="3938805456" sldId="258"/>
            <ac:graphicFrameMk id="6" creationId="{BD4DD57E-43AF-BF65-BD46-414288ABD665}"/>
          </ac:graphicFrameMkLst>
        </pc:graphicFrameChg>
        <pc:picChg chg="add mod">
          <ac:chgData name="Seawright, Tyler" userId="0d679dc6-d022-4613-aaa8-d4a403513003" providerId="ADAL" clId="{5B1ED935-CF50-4562-B02E-D87F99769EE6}" dt="2025-07-08T02:40:30.737" v="2188" actId="1037"/>
          <ac:picMkLst>
            <pc:docMk/>
            <pc:sldMk cId="3938805456" sldId="258"/>
            <ac:picMk id="2056" creationId="{AD9781EC-F123-5004-69DA-6A0892103129}"/>
          </ac:picMkLst>
        </pc:picChg>
      </pc:sldChg>
      <pc:sldChg chg="new del">
        <pc:chgData name="Seawright, Tyler" userId="0d679dc6-d022-4613-aaa8-d4a403513003" providerId="ADAL" clId="{5B1ED935-CF50-4562-B02E-D87F99769EE6}" dt="2025-07-08T02:08:52.777" v="511" actId="47"/>
        <pc:sldMkLst>
          <pc:docMk/>
          <pc:sldMk cId="1035982445" sldId="259"/>
        </pc:sldMkLst>
      </pc:sldChg>
      <pc:sldChg chg="addSp delSp modSp add mod modNotesTx">
        <pc:chgData name="Seawright, Tyler" userId="0d679dc6-d022-4613-aaa8-d4a403513003" providerId="ADAL" clId="{5B1ED935-CF50-4562-B02E-D87F99769EE6}" dt="2025-07-11T21:43:23.160" v="11618" actId="14100"/>
        <pc:sldMkLst>
          <pc:docMk/>
          <pc:sldMk cId="3656947501" sldId="259"/>
        </pc:sldMkLst>
        <pc:spChg chg="mod">
          <ac:chgData name="Seawright, Tyler" userId="0d679dc6-d022-4613-aaa8-d4a403513003" providerId="ADAL" clId="{5B1ED935-CF50-4562-B02E-D87F99769EE6}" dt="2025-07-08T02:44:06.427" v="2589" actId="27636"/>
          <ac:spMkLst>
            <pc:docMk/>
            <pc:sldMk cId="3656947501" sldId="259"/>
            <ac:spMk id="2" creationId="{CB512B0E-1661-B971-0607-BDF0255E03EB}"/>
          </ac:spMkLst>
        </pc:spChg>
        <pc:spChg chg="mod">
          <ac:chgData name="Seawright, Tyler" userId="0d679dc6-d022-4613-aaa8-d4a403513003" providerId="ADAL" clId="{5B1ED935-CF50-4562-B02E-D87F99769EE6}" dt="2025-07-11T21:35:30.998" v="10741" actId="20577"/>
          <ac:spMkLst>
            <pc:docMk/>
            <pc:sldMk cId="3656947501" sldId="259"/>
            <ac:spMk id="3" creationId="{D6166F2F-E1E5-775C-64A5-2249D2D51D9D}"/>
          </ac:spMkLst>
        </pc:spChg>
        <pc:spChg chg="add mod">
          <ac:chgData name="Seawright, Tyler" userId="0d679dc6-d022-4613-aaa8-d4a403513003" providerId="ADAL" clId="{5B1ED935-CF50-4562-B02E-D87F99769EE6}" dt="2025-07-11T21:35:12.065" v="10736" actId="20577"/>
          <ac:spMkLst>
            <pc:docMk/>
            <pc:sldMk cId="3656947501" sldId="259"/>
            <ac:spMk id="4" creationId="{8124A2CC-3C33-D33E-1C64-836FF8A92A27}"/>
          </ac:spMkLst>
        </pc:spChg>
        <pc:spChg chg="mod topLvl">
          <ac:chgData name="Seawright, Tyler" userId="0d679dc6-d022-4613-aaa8-d4a403513003" providerId="ADAL" clId="{5B1ED935-CF50-4562-B02E-D87F99769EE6}" dt="2025-07-11T21:30:49.620" v="10603" actId="164"/>
          <ac:spMkLst>
            <pc:docMk/>
            <pc:sldMk cId="3656947501" sldId="259"/>
            <ac:spMk id="8" creationId="{A785A53A-9FC5-CBE4-7A1A-2572B99AA73B}"/>
          </ac:spMkLst>
        </pc:spChg>
        <pc:spChg chg="mod topLvl">
          <ac:chgData name="Seawright, Tyler" userId="0d679dc6-d022-4613-aaa8-d4a403513003" providerId="ADAL" clId="{5B1ED935-CF50-4562-B02E-D87F99769EE6}" dt="2025-07-11T21:30:49.620" v="10603" actId="164"/>
          <ac:spMkLst>
            <pc:docMk/>
            <pc:sldMk cId="3656947501" sldId="259"/>
            <ac:spMk id="9" creationId="{DC13E597-6C58-D356-4071-8E6C54BF4943}"/>
          </ac:spMkLst>
        </pc:spChg>
        <pc:spChg chg="mod">
          <ac:chgData name="Seawright, Tyler" userId="0d679dc6-d022-4613-aaa8-d4a403513003" providerId="ADAL" clId="{5B1ED935-CF50-4562-B02E-D87F99769EE6}" dt="2025-07-11T21:30:49.620" v="10603" actId="164"/>
          <ac:spMkLst>
            <pc:docMk/>
            <pc:sldMk cId="3656947501" sldId="259"/>
            <ac:spMk id="10" creationId="{5752B55B-A4F3-C536-0A3E-36D1BAAD4C00}"/>
          </ac:spMkLst>
        </pc:spChg>
        <pc:spChg chg="mod topLvl">
          <ac:chgData name="Seawright, Tyler" userId="0d679dc6-d022-4613-aaa8-d4a403513003" providerId="ADAL" clId="{5B1ED935-CF50-4562-B02E-D87F99769EE6}" dt="2025-07-11T21:30:49.620" v="10603" actId="164"/>
          <ac:spMkLst>
            <pc:docMk/>
            <pc:sldMk cId="3656947501" sldId="259"/>
            <ac:spMk id="14" creationId="{C9DC1F8E-6B99-F778-98B8-2773E709CEBF}"/>
          </ac:spMkLst>
        </pc:spChg>
        <pc:spChg chg="mod topLvl">
          <ac:chgData name="Seawright, Tyler" userId="0d679dc6-d022-4613-aaa8-d4a403513003" providerId="ADAL" clId="{5B1ED935-CF50-4562-B02E-D87F99769EE6}" dt="2025-07-11T21:30:49.620" v="10603" actId="164"/>
          <ac:spMkLst>
            <pc:docMk/>
            <pc:sldMk cId="3656947501" sldId="259"/>
            <ac:spMk id="16" creationId="{E51028AD-C58C-42F3-079C-55CEF5BB8355}"/>
          </ac:spMkLst>
        </pc:spChg>
        <pc:spChg chg="mod">
          <ac:chgData name="Seawright, Tyler" userId="0d679dc6-d022-4613-aaa8-d4a403513003" providerId="ADAL" clId="{5B1ED935-CF50-4562-B02E-D87F99769EE6}" dt="2025-07-11T21:30:49.620" v="10603" actId="164"/>
          <ac:spMkLst>
            <pc:docMk/>
            <pc:sldMk cId="3656947501" sldId="259"/>
            <ac:spMk id="17" creationId="{D5A8C855-817C-20D6-38C2-BC75378AAB50}"/>
          </ac:spMkLst>
        </pc:spChg>
        <pc:spChg chg="add del mod">
          <ac:chgData name="Seawright, Tyler" userId="0d679dc6-d022-4613-aaa8-d4a403513003" providerId="ADAL" clId="{5B1ED935-CF50-4562-B02E-D87F99769EE6}" dt="2025-07-11T21:33:39.803" v="10715" actId="22"/>
          <ac:spMkLst>
            <pc:docMk/>
            <pc:sldMk cId="3656947501" sldId="259"/>
            <ac:spMk id="22" creationId="{0AE2E1A8-854C-F43C-C83E-F5537051DEDA}"/>
          </ac:spMkLst>
        </pc:spChg>
        <pc:spChg chg="mod topLvl">
          <ac:chgData name="Seawright, Tyler" userId="0d679dc6-d022-4613-aaa8-d4a403513003" providerId="ADAL" clId="{5B1ED935-CF50-4562-B02E-D87F99769EE6}" dt="2025-07-11T21:43:05.817" v="11615" actId="14100"/>
          <ac:spMkLst>
            <pc:docMk/>
            <pc:sldMk cId="3656947501" sldId="259"/>
            <ac:spMk id="23" creationId="{31D6676E-7A1D-FCA1-AEFF-79CF2962C180}"/>
          </ac:spMkLst>
        </pc:spChg>
        <pc:spChg chg="mod topLvl">
          <ac:chgData name="Seawright, Tyler" userId="0d679dc6-d022-4613-aaa8-d4a403513003" providerId="ADAL" clId="{5B1ED935-CF50-4562-B02E-D87F99769EE6}" dt="2025-07-11T21:43:02.727" v="11614" actId="1076"/>
          <ac:spMkLst>
            <pc:docMk/>
            <pc:sldMk cId="3656947501" sldId="259"/>
            <ac:spMk id="24" creationId="{ECBA5789-C724-28BE-FB89-CDD59A099595}"/>
          </ac:spMkLst>
        </pc:spChg>
        <pc:spChg chg="mod topLvl">
          <ac:chgData name="Seawright, Tyler" userId="0d679dc6-d022-4613-aaa8-d4a403513003" providerId="ADAL" clId="{5B1ED935-CF50-4562-B02E-D87F99769EE6}" dt="2025-07-08T22:51:35.207" v="6495" actId="1076"/>
          <ac:spMkLst>
            <pc:docMk/>
            <pc:sldMk cId="3656947501" sldId="259"/>
            <ac:spMk id="25" creationId="{0BF9C54E-4B05-1D4F-5582-A06F0BC1881C}"/>
          </ac:spMkLst>
        </pc:spChg>
        <pc:spChg chg="mod topLvl">
          <ac:chgData name="Seawright, Tyler" userId="0d679dc6-d022-4613-aaa8-d4a403513003" providerId="ADAL" clId="{5B1ED935-CF50-4562-B02E-D87F99769EE6}" dt="2025-07-11T21:43:16.112" v="11617" actId="14100"/>
          <ac:spMkLst>
            <pc:docMk/>
            <pc:sldMk cId="3656947501" sldId="259"/>
            <ac:spMk id="26" creationId="{76893233-5F25-B59D-53B1-2289C75128E0}"/>
          </ac:spMkLst>
        </pc:spChg>
        <pc:spChg chg="mod topLvl">
          <ac:chgData name="Seawright, Tyler" userId="0d679dc6-d022-4613-aaa8-d4a403513003" providerId="ADAL" clId="{5B1ED935-CF50-4562-B02E-D87F99769EE6}" dt="2025-07-11T21:30:49.620" v="10603" actId="164"/>
          <ac:spMkLst>
            <pc:docMk/>
            <pc:sldMk cId="3656947501" sldId="259"/>
            <ac:spMk id="27" creationId="{4F24B462-622D-22D8-C742-F566627D3DA2}"/>
          </ac:spMkLst>
        </pc:spChg>
        <pc:spChg chg="add mod">
          <ac:chgData name="Seawright, Tyler" userId="0d679dc6-d022-4613-aaa8-d4a403513003" providerId="ADAL" clId="{5B1ED935-CF50-4562-B02E-D87F99769EE6}" dt="2025-07-11T21:34:30.097" v="10727" actId="208"/>
          <ac:spMkLst>
            <pc:docMk/>
            <pc:sldMk cId="3656947501" sldId="259"/>
            <ac:spMk id="28" creationId="{0D80CB1F-9FA5-012A-88B6-FC3A047C7200}"/>
          </ac:spMkLst>
        </pc:spChg>
        <pc:spChg chg="add mod">
          <ac:chgData name="Seawright, Tyler" userId="0d679dc6-d022-4613-aaa8-d4a403513003" providerId="ADAL" clId="{5B1ED935-CF50-4562-B02E-D87F99769EE6}" dt="2025-07-11T21:34:34.405" v="10730" actId="20577"/>
          <ac:spMkLst>
            <pc:docMk/>
            <pc:sldMk cId="3656947501" sldId="259"/>
            <ac:spMk id="29" creationId="{20DF1DA7-E9AB-6741-D671-0FBBCB8C6212}"/>
          </ac:spMkLst>
        </pc:spChg>
        <pc:spChg chg="add mod">
          <ac:chgData name="Seawright, Tyler" userId="0d679dc6-d022-4613-aaa8-d4a403513003" providerId="ADAL" clId="{5B1ED935-CF50-4562-B02E-D87F99769EE6}" dt="2025-07-11T21:30:49.620" v="10603" actId="164"/>
          <ac:spMkLst>
            <pc:docMk/>
            <pc:sldMk cId="3656947501" sldId="259"/>
            <ac:spMk id="34" creationId="{A525E72F-629A-3E58-05C0-2EA35478A40A}"/>
          </ac:spMkLst>
        </pc:spChg>
        <pc:grpChg chg="mod">
          <ac:chgData name="Seawright, Tyler" userId="0d679dc6-d022-4613-aaa8-d4a403513003" providerId="ADAL" clId="{5B1ED935-CF50-4562-B02E-D87F99769EE6}" dt="2025-07-11T21:32:45.707" v="10634" actId="1076"/>
          <ac:grpSpMkLst>
            <pc:docMk/>
            <pc:sldMk cId="3656947501" sldId="259"/>
            <ac:grpSpMk id="18" creationId="{5840632F-0247-328F-5065-2D75BCCC32B0}"/>
          </ac:grpSpMkLst>
        </pc:grpChg>
        <pc:cxnChg chg="mod ord">
          <ac:chgData name="Seawright, Tyler" userId="0d679dc6-d022-4613-aaa8-d4a403513003" providerId="ADAL" clId="{5B1ED935-CF50-4562-B02E-D87F99769EE6}" dt="2025-07-11T21:43:23.160" v="11618" actId="14100"/>
          <ac:cxnSpMkLst>
            <pc:docMk/>
            <pc:sldMk cId="3656947501" sldId="259"/>
            <ac:cxnSpMk id="20" creationId="{3BA81AE3-341F-AA53-8FE7-1FB696C90711}"/>
          </ac:cxnSpMkLst>
        </pc:cxnChg>
      </pc:sldChg>
      <pc:sldChg chg="addSp modSp add mod modNotesTx">
        <pc:chgData name="Seawright, Tyler" userId="0d679dc6-d022-4613-aaa8-d4a403513003" providerId="ADAL" clId="{5B1ED935-CF50-4562-B02E-D87F99769EE6}" dt="2025-07-11T21:23:18.630" v="10473" actId="20577"/>
        <pc:sldMkLst>
          <pc:docMk/>
          <pc:sldMk cId="3453121262" sldId="260"/>
        </pc:sldMkLst>
        <pc:spChg chg="mod">
          <ac:chgData name="Seawright, Tyler" userId="0d679dc6-d022-4613-aaa8-d4a403513003" providerId="ADAL" clId="{5B1ED935-CF50-4562-B02E-D87F99769EE6}" dt="2025-07-08T02:09:21.165" v="552" actId="20577"/>
          <ac:spMkLst>
            <pc:docMk/>
            <pc:sldMk cId="3453121262" sldId="260"/>
            <ac:spMk id="2" creationId="{11B77D32-67DC-42FE-5860-05903511995C}"/>
          </ac:spMkLst>
        </pc:spChg>
        <pc:spChg chg="mod">
          <ac:chgData name="Seawright, Tyler" userId="0d679dc6-d022-4613-aaa8-d4a403513003" providerId="ADAL" clId="{5B1ED935-CF50-4562-B02E-D87F99769EE6}" dt="2025-07-11T21:23:18.630" v="10473" actId="20577"/>
          <ac:spMkLst>
            <pc:docMk/>
            <pc:sldMk cId="3453121262" sldId="260"/>
            <ac:spMk id="3" creationId="{92E48004-9C58-0272-44E6-BB9D09D4F779}"/>
          </ac:spMkLst>
        </pc:spChg>
        <pc:spChg chg="add mod">
          <ac:chgData name="Seawright, Tyler" userId="0d679dc6-d022-4613-aaa8-d4a403513003" providerId="ADAL" clId="{5B1ED935-CF50-4562-B02E-D87F99769EE6}" dt="2025-07-11T21:15:18.173" v="10262" actId="14100"/>
          <ac:spMkLst>
            <pc:docMk/>
            <pc:sldMk cId="3453121262" sldId="260"/>
            <ac:spMk id="4" creationId="{5ADB3E38-39FA-D819-4206-C1A9757606C1}"/>
          </ac:spMkLst>
        </pc:spChg>
        <pc:picChg chg="add mod">
          <ac:chgData name="Seawright, Tyler" userId="0d679dc6-d022-4613-aaa8-d4a403513003" providerId="ADAL" clId="{5B1ED935-CF50-4562-B02E-D87F99769EE6}" dt="2025-07-08T02:55:36.892" v="3846" actId="1076"/>
          <ac:picMkLst>
            <pc:docMk/>
            <pc:sldMk cId="3453121262" sldId="260"/>
            <ac:picMk id="5" creationId="{43B953AF-EF9D-42C9-371A-CFC647033BB6}"/>
          </ac:picMkLst>
        </pc:picChg>
      </pc:sldChg>
      <pc:sldChg chg="addSp delSp modSp add mod modNotesTx">
        <pc:chgData name="Seawright, Tyler" userId="0d679dc6-d022-4613-aaa8-d4a403513003" providerId="ADAL" clId="{5B1ED935-CF50-4562-B02E-D87F99769EE6}" dt="2025-07-09T23:48:25.133" v="9670" actId="20577"/>
        <pc:sldMkLst>
          <pc:docMk/>
          <pc:sldMk cId="2934132426" sldId="261"/>
        </pc:sldMkLst>
        <pc:spChg chg="mod">
          <ac:chgData name="Seawright, Tyler" userId="0d679dc6-d022-4613-aaa8-d4a403513003" providerId="ADAL" clId="{5B1ED935-CF50-4562-B02E-D87F99769EE6}" dt="2025-07-08T02:09:51.176" v="593" actId="20577"/>
          <ac:spMkLst>
            <pc:docMk/>
            <pc:sldMk cId="2934132426" sldId="261"/>
            <ac:spMk id="2" creationId="{FCA9BA96-96B9-653B-0A75-E64DC3895D87}"/>
          </ac:spMkLst>
        </pc:spChg>
        <pc:spChg chg="mod">
          <ac:chgData name="Seawright, Tyler" userId="0d679dc6-d022-4613-aaa8-d4a403513003" providerId="ADAL" clId="{5B1ED935-CF50-4562-B02E-D87F99769EE6}" dt="2025-07-08T03:11:32.816" v="4348" actId="14100"/>
          <ac:spMkLst>
            <pc:docMk/>
            <pc:sldMk cId="2934132426" sldId="261"/>
            <ac:spMk id="3" creationId="{D81DE73D-FBFC-2F82-C2A4-C7E5C2FEA151}"/>
          </ac:spMkLst>
        </pc:spChg>
        <pc:spChg chg="add mod topLvl">
          <ac:chgData name="Seawright, Tyler" userId="0d679dc6-d022-4613-aaa8-d4a403513003" providerId="ADAL" clId="{5B1ED935-CF50-4562-B02E-D87F99769EE6}" dt="2025-07-08T23:01:46.930" v="6540" actId="14100"/>
          <ac:spMkLst>
            <pc:docMk/>
            <pc:sldMk cId="2934132426" sldId="261"/>
            <ac:spMk id="4" creationId="{D0BEEB85-BFF0-D247-F886-4B84D3F9101D}"/>
          </ac:spMkLst>
        </pc:spChg>
        <pc:spChg chg="add mod">
          <ac:chgData name="Seawright, Tyler" userId="0d679dc6-d022-4613-aaa8-d4a403513003" providerId="ADAL" clId="{5B1ED935-CF50-4562-B02E-D87F99769EE6}" dt="2025-07-08T23:01:53.677" v="6541" actId="164"/>
          <ac:spMkLst>
            <pc:docMk/>
            <pc:sldMk cId="2934132426" sldId="261"/>
            <ac:spMk id="22" creationId="{AA1FDDC5-CA10-006E-9D2A-478A3F13D54F}"/>
          </ac:spMkLst>
        </pc:spChg>
        <pc:spChg chg="add mod">
          <ac:chgData name="Seawright, Tyler" userId="0d679dc6-d022-4613-aaa8-d4a403513003" providerId="ADAL" clId="{5B1ED935-CF50-4562-B02E-D87F99769EE6}" dt="2025-07-08T23:01:53.677" v="6541" actId="164"/>
          <ac:spMkLst>
            <pc:docMk/>
            <pc:sldMk cId="2934132426" sldId="261"/>
            <ac:spMk id="23" creationId="{9F0404D5-214E-0238-EE3A-50BD6DA223BB}"/>
          </ac:spMkLst>
        </pc:spChg>
        <pc:spChg chg="add mod">
          <ac:chgData name="Seawright, Tyler" userId="0d679dc6-d022-4613-aaa8-d4a403513003" providerId="ADAL" clId="{5B1ED935-CF50-4562-B02E-D87F99769EE6}" dt="2025-07-08T23:01:53.677" v="6541" actId="164"/>
          <ac:spMkLst>
            <pc:docMk/>
            <pc:sldMk cId="2934132426" sldId="261"/>
            <ac:spMk id="24" creationId="{828AC181-0814-8004-9D18-A7926FD52586}"/>
          </ac:spMkLst>
        </pc:spChg>
        <pc:spChg chg="add mod">
          <ac:chgData name="Seawright, Tyler" userId="0d679dc6-d022-4613-aaa8-d4a403513003" providerId="ADAL" clId="{5B1ED935-CF50-4562-B02E-D87F99769EE6}" dt="2025-07-08T23:01:53.677" v="6541" actId="164"/>
          <ac:spMkLst>
            <pc:docMk/>
            <pc:sldMk cId="2934132426" sldId="261"/>
            <ac:spMk id="30" creationId="{51C96E8A-60F6-B70B-616B-0313B6418C6B}"/>
          </ac:spMkLst>
        </pc:spChg>
        <pc:grpChg chg="add mod">
          <ac:chgData name="Seawright, Tyler" userId="0d679dc6-d022-4613-aaa8-d4a403513003" providerId="ADAL" clId="{5B1ED935-CF50-4562-B02E-D87F99769EE6}" dt="2025-07-08T23:01:53.677" v="6541" actId="164"/>
          <ac:grpSpMkLst>
            <pc:docMk/>
            <pc:sldMk cId="2934132426" sldId="261"/>
            <ac:grpSpMk id="34" creationId="{EFC5FE66-A2DE-1A7E-B1A3-5A1B39604097}"/>
          </ac:grpSpMkLst>
        </pc:grpChg>
        <pc:picChg chg="add mod topLvl">
          <ac:chgData name="Seawright, Tyler" userId="0d679dc6-d022-4613-aaa8-d4a403513003" providerId="ADAL" clId="{5B1ED935-CF50-4562-B02E-D87F99769EE6}" dt="2025-07-08T23:01:53.677" v="6541" actId="164"/>
          <ac:picMkLst>
            <pc:docMk/>
            <pc:sldMk cId="2934132426" sldId="261"/>
            <ac:picMk id="3074" creationId="{950AD2FD-1646-BAB5-6C01-6004CBA11EC0}"/>
          </ac:picMkLst>
        </pc:picChg>
        <pc:cxnChg chg="add mod">
          <ac:chgData name="Seawright, Tyler" userId="0d679dc6-d022-4613-aaa8-d4a403513003" providerId="ADAL" clId="{5B1ED935-CF50-4562-B02E-D87F99769EE6}" dt="2025-07-08T03:08:50.261" v="4300" actId="1582"/>
          <ac:cxnSpMkLst>
            <pc:docMk/>
            <pc:sldMk cId="2934132426" sldId="261"/>
            <ac:cxnSpMk id="9" creationId="{A9426E69-318F-8932-C49D-BAEAD4125073}"/>
          </ac:cxnSpMkLst>
        </pc:cxnChg>
        <pc:cxnChg chg="add mod">
          <ac:chgData name="Seawright, Tyler" userId="0d679dc6-d022-4613-aaa8-d4a403513003" providerId="ADAL" clId="{5B1ED935-CF50-4562-B02E-D87F99769EE6}" dt="2025-07-08T23:01:53.677" v="6541" actId="164"/>
          <ac:cxnSpMkLst>
            <pc:docMk/>
            <pc:sldMk cId="2934132426" sldId="261"/>
            <ac:cxnSpMk id="11" creationId="{BAF5148C-AD80-3514-32D7-9874EF1F84F8}"/>
          </ac:cxnSpMkLst>
        </pc:cxnChg>
        <pc:cxnChg chg="add mod">
          <ac:chgData name="Seawright, Tyler" userId="0d679dc6-d022-4613-aaa8-d4a403513003" providerId="ADAL" clId="{5B1ED935-CF50-4562-B02E-D87F99769EE6}" dt="2025-07-08T23:01:53.677" v="6541" actId="164"/>
          <ac:cxnSpMkLst>
            <pc:docMk/>
            <pc:sldMk cId="2934132426" sldId="261"/>
            <ac:cxnSpMk id="17" creationId="{399AFAE9-E1CB-2BA8-78C6-DA482EBA7587}"/>
          </ac:cxnSpMkLst>
        </pc:cxnChg>
        <pc:cxnChg chg="add mod">
          <ac:chgData name="Seawright, Tyler" userId="0d679dc6-d022-4613-aaa8-d4a403513003" providerId="ADAL" clId="{5B1ED935-CF50-4562-B02E-D87F99769EE6}" dt="2025-07-08T03:08:42.167" v="4299" actId="1582"/>
          <ac:cxnSpMkLst>
            <pc:docMk/>
            <pc:sldMk cId="2934132426" sldId="261"/>
            <ac:cxnSpMk id="19" creationId="{88B2BD70-8B5F-B4DD-D5D2-FDFA8E6BD02D}"/>
          </ac:cxnSpMkLst>
        </pc:cxnChg>
        <pc:cxnChg chg="add mod">
          <ac:chgData name="Seawright, Tyler" userId="0d679dc6-d022-4613-aaa8-d4a403513003" providerId="ADAL" clId="{5B1ED935-CF50-4562-B02E-D87F99769EE6}" dt="2025-07-08T23:01:53.677" v="6541" actId="164"/>
          <ac:cxnSpMkLst>
            <pc:docMk/>
            <pc:sldMk cId="2934132426" sldId="261"/>
            <ac:cxnSpMk id="26" creationId="{DDE97334-C26A-46EA-ED08-2D89BF57BB21}"/>
          </ac:cxnSpMkLst>
        </pc:cxnChg>
        <pc:cxnChg chg="add mod">
          <ac:chgData name="Seawright, Tyler" userId="0d679dc6-d022-4613-aaa8-d4a403513003" providerId="ADAL" clId="{5B1ED935-CF50-4562-B02E-D87F99769EE6}" dt="2025-07-08T23:01:53.677" v="6541" actId="164"/>
          <ac:cxnSpMkLst>
            <pc:docMk/>
            <pc:sldMk cId="2934132426" sldId="261"/>
            <ac:cxnSpMk id="27" creationId="{0AFABA85-E95B-04C9-0822-7996A7EFE556}"/>
          </ac:cxnSpMkLst>
        </pc:cxnChg>
      </pc:sldChg>
      <pc:sldChg chg="addSp delSp modSp add mod modNotesTx">
        <pc:chgData name="Seawright, Tyler" userId="0d679dc6-d022-4613-aaa8-d4a403513003" providerId="ADAL" clId="{5B1ED935-CF50-4562-B02E-D87F99769EE6}" dt="2025-07-11T21:16:04.492" v="10271" actId="20577"/>
        <pc:sldMkLst>
          <pc:docMk/>
          <pc:sldMk cId="2041046639" sldId="262"/>
        </pc:sldMkLst>
        <pc:spChg chg="mod">
          <ac:chgData name="Seawright, Tyler" userId="0d679dc6-d022-4613-aaa8-d4a403513003" providerId="ADAL" clId="{5B1ED935-CF50-4562-B02E-D87F99769EE6}" dt="2025-07-08T02:10:00.333" v="623" actId="20577"/>
          <ac:spMkLst>
            <pc:docMk/>
            <pc:sldMk cId="2041046639" sldId="262"/>
            <ac:spMk id="2" creationId="{2EB73732-86C0-D74E-7A43-34EEADF5161C}"/>
          </ac:spMkLst>
        </pc:spChg>
        <pc:spChg chg="add mod">
          <ac:chgData name="Seawright, Tyler" userId="0d679dc6-d022-4613-aaa8-d4a403513003" providerId="ADAL" clId="{5B1ED935-CF50-4562-B02E-D87F99769EE6}" dt="2025-07-08T03:21:41.368" v="4775" actId="1076"/>
          <ac:spMkLst>
            <pc:docMk/>
            <pc:sldMk cId="2041046639" sldId="262"/>
            <ac:spMk id="4" creationId="{ABBC2527-3961-7105-D79D-B4DC6BD0DA13}"/>
          </ac:spMkLst>
        </pc:spChg>
        <pc:spChg chg="add mod">
          <ac:chgData name="Seawright, Tyler" userId="0d679dc6-d022-4613-aaa8-d4a403513003" providerId="ADAL" clId="{5B1ED935-CF50-4562-B02E-D87F99769EE6}" dt="2025-07-08T03:22:12.894" v="4786" actId="1076"/>
          <ac:spMkLst>
            <pc:docMk/>
            <pc:sldMk cId="2041046639" sldId="262"/>
            <ac:spMk id="5" creationId="{F39C6345-7992-135D-8263-346DE58C8867}"/>
          </ac:spMkLst>
        </pc:spChg>
        <pc:spChg chg="add mod">
          <ac:chgData name="Seawright, Tyler" userId="0d679dc6-d022-4613-aaa8-d4a403513003" providerId="ADAL" clId="{5B1ED935-CF50-4562-B02E-D87F99769EE6}" dt="2025-07-08T03:20:08.280" v="4651" actId="14100"/>
          <ac:spMkLst>
            <pc:docMk/>
            <pc:sldMk cId="2041046639" sldId="262"/>
            <ac:spMk id="6" creationId="{D1AE24EE-B4C4-A710-542B-C0B2F960BED5}"/>
          </ac:spMkLst>
        </pc:spChg>
        <pc:spChg chg="add mod">
          <ac:chgData name="Seawright, Tyler" userId="0d679dc6-d022-4613-aaa8-d4a403513003" providerId="ADAL" clId="{5B1ED935-CF50-4562-B02E-D87F99769EE6}" dt="2025-07-09T23:50:41.041" v="9961" actId="20577"/>
          <ac:spMkLst>
            <pc:docMk/>
            <pc:sldMk cId="2041046639" sldId="262"/>
            <ac:spMk id="7" creationId="{3FEA4233-4B1D-AB58-9959-CEF1B7DE2DC0}"/>
          </ac:spMkLst>
        </pc:spChg>
        <pc:spChg chg="add mod">
          <ac:chgData name="Seawright, Tyler" userId="0d679dc6-d022-4613-aaa8-d4a403513003" providerId="ADAL" clId="{5B1ED935-CF50-4562-B02E-D87F99769EE6}" dt="2025-07-11T21:15:48.641" v="10266" actId="20577"/>
          <ac:spMkLst>
            <pc:docMk/>
            <pc:sldMk cId="2041046639" sldId="262"/>
            <ac:spMk id="8" creationId="{679950BD-26D6-B7F1-94AA-B9C171AF4FF9}"/>
          </ac:spMkLst>
        </pc:spChg>
        <pc:spChg chg="add mod">
          <ac:chgData name="Seawright, Tyler" userId="0d679dc6-d022-4613-aaa8-d4a403513003" providerId="ADAL" clId="{5B1ED935-CF50-4562-B02E-D87F99769EE6}" dt="2025-07-11T21:16:04.492" v="10271" actId="20577"/>
          <ac:spMkLst>
            <pc:docMk/>
            <pc:sldMk cId="2041046639" sldId="262"/>
            <ac:spMk id="60" creationId="{6AEA7706-1037-8DDA-8866-8BB194E8A45B}"/>
          </ac:spMkLst>
        </pc:spChg>
        <pc:spChg chg="add mod">
          <ac:chgData name="Seawright, Tyler" userId="0d679dc6-d022-4613-aaa8-d4a403513003" providerId="ADAL" clId="{5B1ED935-CF50-4562-B02E-D87F99769EE6}" dt="2025-07-08T03:33:45.368" v="5053" actId="1076"/>
          <ac:spMkLst>
            <pc:docMk/>
            <pc:sldMk cId="2041046639" sldId="262"/>
            <ac:spMk id="70" creationId="{283AE75F-9146-42B4-AC32-73D907934AED}"/>
          </ac:spMkLst>
        </pc:spChg>
        <pc:cxnChg chg="add mod">
          <ac:chgData name="Seawright, Tyler" userId="0d679dc6-d022-4613-aaa8-d4a403513003" providerId="ADAL" clId="{5B1ED935-CF50-4562-B02E-D87F99769EE6}" dt="2025-07-09T23:51:40.599" v="9974" actId="14100"/>
          <ac:cxnSpMkLst>
            <pc:docMk/>
            <pc:sldMk cId="2041046639" sldId="262"/>
            <ac:cxnSpMk id="11" creationId="{263DC6F8-5DD3-FB53-DB56-463963522C04}"/>
          </ac:cxnSpMkLst>
        </pc:cxnChg>
        <pc:cxnChg chg="add mod">
          <ac:chgData name="Seawright, Tyler" userId="0d679dc6-d022-4613-aaa8-d4a403513003" providerId="ADAL" clId="{5B1ED935-CF50-4562-B02E-D87F99769EE6}" dt="2025-07-09T23:51:51.980" v="9979" actId="14100"/>
          <ac:cxnSpMkLst>
            <pc:docMk/>
            <pc:sldMk cId="2041046639" sldId="262"/>
            <ac:cxnSpMk id="16" creationId="{6728BF87-3F81-FAED-A6A0-42B1C1DD83D5}"/>
          </ac:cxnSpMkLst>
        </pc:cxnChg>
        <pc:cxnChg chg="add mod">
          <ac:chgData name="Seawright, Tyler" userId="0d679dc6-d022-4613-aaa8-d4a403513003" providerId="ADAL" clId="{5B1ED935-CF50-4562-B02E-D87F99769EE6}" dt="2025-07-09T23:52:10.788" v="9984" actId="14100"/>
          <ac:cxnSpMkLst>
            <pc:docMk/>
            <pc:sldMk cId="2041046639" sldId="262"/>
            <ac:cxnSpMk id="19" creationId="{A2A07199-000C-E08C-A4F4-068C65E624CF}"/>
          </ac:cxnSpMkLst>
        </pc:cxnChg>
        <pc:cxnChg chg="add mod">
          <ac:chgData name="Seawright, Tyler" userId="0d679dc6-d022-4613-aaa8-d4a403513003" providerId="ADAL" clId="{5B1ED935-CF50-4562-B02E-D87F99769EE6}" dt="2025-07-08T03:22:23.195" v="4790" actId="1076"/>
          <ac:cxnSpMkLst>
            <pc:docMk/>
            <pc:sldMk cId="2041046639" sldId="262"/>
            <ac:cxnSpMk id="44" creationId="{295D96F1-8921-B0E2-A915-8AF0197CA285}"/>
          </ac:cxnSpMkLst>
        </pc:cxnChg>
        <pc:cxnChg chg="add mod">
          <ac:chgData name="Seawright, Tyler" userId="0d679dc6-d022-4613-aaa8-d4a403513003" providerId="ADAL" clId="{5B1ED935-CF50-4562-B02E-D87F99769EE6}" dt="2025-07-09T23:52:22.972" v="9986" actId="14100"/>
          <ac:cxnSpMkLst>
            <pc:docMk/>
            <pc:sldMk cId="2041046639" sldId="262"/>
            <ac:cxnSpMk id="49" creationId="{8826D91E-F9AD-ACE9-3D11-4075F9470118}"/>
          </ac:cxnSpMkLst>
        </pc:cxnChg>
        <pc:cxnChg chg="add mod">
          <ac:chgData name="Seawright, Tyler" userId="0d679dc6-d022-4613-aaa8-d4a403513003" providerId="ADAL" clId="{5B1ED935-CF50-4562-B02E-D87F99769EE6}" dt="2025-07-08T03:33:45.368" v="5053" actId="1076"/>
          <ac:cxnSpMkLst>
            <pc:docMk/>
            <pc:sldMk cId="2041046639" sldId="262"/>
            <ac:cxnSpMk id="71" creationId="{0CD92F31-F452-0AF1-D6AD-60E4850874B1}"/>
          </ac:cxnSpMkLst>
        </pc:cxnChg>
      </pc:sldChg>
      <pc:sldChg chg="new del">
        <pc:chgData name="Seawright, Tyler" userId="0d679dc6-d022-4613-aaa8-d4a403513003" providerId="ADAL" clId="{5B1ED935-CF50-4562-B02E-D87F99769EE6}" dt="2025-07-08T02:09:54.452" v="595" actId="680"/>
        <pc:sldMkLst>
          <pc:docMk/>
          <pc:sldMk cId="4235545152" sldId="262"/>
        </pc:sldMkLst>
      </pc:sldChg>
      <pc:sldChg chg="addSp delSp modSp add mod modNotesTx">
        <pc:chgData name="Seawright, Tyler" userId="0d679dc6-d022-4613-aaa8-d4a403513003" providerId="ADAL" clId="{5B1ED935-CF50-4562-B02E-D87F99769EE6}" dt="2025-07-11T21:47:00.158" v="11791" actId="113"/>
        <pc:sldMkLst>
          <pc:docMk/>
          <pc:sldMk cId="221813417" sldId="263"/>
        </pc:sldMkLst>
        <pc:spChg chg="mod">
          <ac:chgData name="Seawright, Tyler" userId="0d679dc6-d022-4613-aaa8-d4a403513003" providerId="ADAL" clId="{5B1ED935-CF50-4562-B02E-D87F99769EE6}" dt="2025-07-08T20:22:09.060" v="5816" actId="20577"/>
          <ac:spMkLst>
            <pc:docMk/>
            <pc:sldMk cId="221813417" sldId="263"/>
            <ac:spMk id="2" creationId="{A528B6A0-0554-84FD-005C-C83AE9D96181}"/>
          </ac:spMkLst>
        </pc:spChg>
        <pc:spChg chg="add mod">
          <ac:chgData name="Seawright, Tyler" userId="0d679dc6-d022-4613-aaa8-d4a403513003" providerId="ADAL" clId="{5B1ED935-CF50-4562-B02E-D87F99769EE6}" dt="2025-07-11T21:44:29.199" v="11620" actId="1076"/>
          <ac:spMkLst>
            <pc:docMk/>
            <pc:sldMk cId="221813417" sldId="263"/>
            <ac:spMk id="3" creationId="{01666937-740D-0B2F-7253-E1ED25CA7522}"/>
          </ac:spMkLst>
        </pc:spChg>
        <pc:spChg chg="add mod">
          <ac:chgData name="Seawright, Tyler" userId="0d679dc6-d022-4613-aaa8-d4a403513003" providerId="ADAL" clId="{5B1ED935-CF50-4562-B02E-D87F99769EE6}" dt="2025-07-08T20:22:06.711" v="5814" actId="1076"/>
          <ac:spMkLst>
            <pc:docMk/>
            <pc:sldMk cId="221813417" sldId="263"/>
            <ac:spMk id="6" creationId="{E4EBBAD4-2C7F-E39D-1657-57BAC6748384}"/>
          </ac:spMkLst>
        </pc:spChg>
        <pc:spChg chg="add mod">
          <ac:chgData name="Seawright, Tyler" userId="0d679dc6-d022-4613-aaa8-d4a403513003" providerId="ADAL" clId="{5B1ED935-CF50-4562-B02E-D87F99769EE6}" dt="2025-07-11T21:44:32.852" v="11622" actId="1076"/>
          <ac:spMkLst>
            <pc:docMk/>
            <pc:sldMk cId="221813417" sldId="263"/>
            <ac:spMk id="7" creationId="{AFF78F92-F5F8-9F72-830C-227F17F7FA76}"/>
          </ac:spMkLst>
        </pc:spChg>
        <pc:spChg chg="add mod">
          <ac:chgData name="Seawright, Tyler" userId="0d679dc6-d022-4613-aaa8-d4a403513003" providerId="ADAL" clId="{5B1ED935-CF50-4562-B02E-D87F99769EE6}" dt="2025-07-11T21:46:39.991" v="11782"/>
          <ac:spMkLst>
            <pc:docMk/>
            <pc:sldMk cId="221813417" sldId="263"/>
            <ac:spMk id="8" creationId="{F2C5C02F-4343-1FC3-F608-5C2CC025ACDD}"/>
          </ac:spMkLst>
        </pc:spChg>
        <pc:spChg chg="mod topLvl">
          <ac:chgData name="Seawright, Tyler" userId="0d679dc6-d022-4613-aaa8-d4a403513003" providerId="ADAL" clId="{5B1ED935-CF50-4562-B02E-D87F99769EE6}" dt="2025-07-08T20:39:21.554" v="6037" actId="165"/>
          <ac:spMkLst>
            <pc:docMk/>
            <pc:sldMk cId="221813417" sldId="263"/>
            <ac:spMk id="12" creationId="{EFEFBF1E-C0A0-5018-8802-83769A1B444B}"/>
          </ac:spMkLst>
        </pc:spChg>
        <pc:spChg chg="mod topLvl">
          <ac:chgData name="Seawright, Tyler" userId="0d679dc6-d022-4613-aaa8-d4a403513003" providerId="ADAL" clId="{5B1ED935-CF50-4562-B02E-D87F99769EE6}" dt="2025-07-08T20:39:21.554" v="6037" actId="165"/>
          <ac:spMkLst>
            <pc:docMk/>
            <pc:sldMk cId="221813417" sldId="263"/>
            <ac:spMk id="13" creationId="{191AADF4-8402-C176-874B-EF76BE373B6D}"/>
          </ac:spMkLst>
        </pc:spChg>
        <pc:spChg chg="mod topLvl">
          <ac:chgData name="Seawright, Tyler" userId="0d679dc6-d022-4613-aaa8-d4a403513003" providerId="ADAL" clId="{5B1ED935-CF50-4562-B02E-D87F99769EE6}" dt="2025-07-08T20:39:21.554" v="6037" actId="165"/>
          <ac:spMkLst>
            <pc:docMk/>
            <pc:sldMk cId="221813417" sldId="263"/>
            <ac:spMk id="14" creationId="{2980C85B-9BA7-8DBF-7F9B-E15003ADC186}"/>
          </ac:spMkLst>
        </pc:spChg>
        <pc:spChg chg="mod">
          <ac:chgData name="Seawright, Tyler" userId="0d679dc6-d022-4613-aaa8-d4a403513003" providerId="ADAL" clId="{5B1ED935-CF50-4562-B02E-D87F99769EE6}" dt="2025-07-08T20:41:02.664" v="6057" actId="1076"/>
          <ac:spMkLst>
            <pc:docMk/>
            <pc:sldMk cId="221813417" sldId="263"/>
            <ac:spMk id="18" creationId="{5CA57C22-57F5-2D39-0C04-09300EC4AC46}"/>
          </ac:spMkLst>
        </pc:spChg>
        <pc:spChg chg="mod topLvl">
          <ac:chgData name="Seawright, Tyler" userId="0d679dc6-d022-4613-aaa8-d4a403513003" providerId="ADAL" clId="{5B1ED935-CF50-4562-B02E-D87F99769EE6}" dt="2025-07-08T20:39:21.554" v="6037" actId="165"/>
          <ac:spMkLst>
            <pc:docMk/>
            <pc:sldMk cId="221813417" sldId="263"/>
            <ac:spMk id="20" creationId="{26DB450E-9CCC-8675-F970-0B26392A84E4}"/>
          </ac:spMkLst>
        </pc:spChg>
        <pc:spChg chg="mod topLvl">
          <ac:chgData name="Seawright, Tyler" userId="0d679dc6-d022-4613-aaa8-d4a403513003" providerId="ADAL" clId="{5B1ED935-CF50-4562-B02E-D87F99769EE6}" dt="2025-07-08T20:40:59.360" v="6056" actId="1076"/>
          <ac:spMkLst>
            <pc:docMk/>
            <pc:sldMk cId="221813417" sldId="263"/>
            <ac:spMk id="21" creationId="{BA71B5B9-D7D0-0FA8-E64C-AA40A2F7A675}"/>
          </ac:spMkLst>
        </pc:spChg>
        <pc:spChg chg="mod topLvl">
          <ac:chgData name="Seawright, Tyler" userId="0d679dc6-d022-4613-aaa8-d4a403513003" providerId="ADAL" clId="{5B1ED935-CF50-4562-B02E-D87F99769EE6}" dt="2025-07-08T20:41:06.384" v="6059" actId="1076"/>
          <ac:spMkLst>
            <pc:docMk/>
            <pc:sldMk cId="221813417" sldId="263"/>
            <ac:spMk id="25" creationId="{FFA8F538-47BD-6E6B-704B-CB9CE76BCD5F}"/>
          </ac:spMkLst>
        </pc:spChg>
        <pc:spChg chg="mod">
          <ac:chgData name="Seawright, Tyler" userId="0d679dc6-d022-4613-aaa8-d4a403513003" providerId="ADAL" clId="{5B1ED935-CF50-4562-B02E-D87F99769EE6}" dt="2025-07-09T23:54:55.531" v="10043" actId="20577"/>
          <ac:spMkLst>
            <pc:docMk/>
            <pc:sldMk cId="221813417" sldId="263"/>
            <ac:spMk id="26" creationId="{0EC81C14-605F-91BB-77E1-4CC9EC03D6B9}"/>
          </ac:spMkLst>
        </pc:spChg>
        <pc:spChg chg="mod topLvl">
          <ac:chgData name="Seawright, Tyler" userId="0d679dc6-d022-4613-aaa8-d4a403513003" providerId="ADAL" clId="{5B1ED935-CF50-4562-B02E-D87F99769EE6}" dt="2025-07-08T20:42:53.264" v="6114" actId="14100"/>
          <ac:spMkLst>
            <pc:docMk/>
            <pc:sldMk cId="221813417" sldId="263"/>
            <ac:spMk id="27" creationId="{9953309A-04C9-C054-8E34-59C55B7A9952}"/>
          </ac:spMkLst>
        </pc:spChg>
        <pc:spChg chg="mod topLvl">
          <ac:chgData name="Seawright, Tyler" userId="0d679dc6-d022-4613-aaa8-d4a403513003" providerId="ADAL" clId="{5B1ED935-CF50-4562-B02E-D87F99769EE6}" dt="2025-07-08T20:39:21.554" v="6037" actId="165"/>
          <ac:spMkLst>
            <pc:docMk/>
            <pc:sldMk cId="221813417" sldId="263"/>
            <ac:spMk id="28" creationId="{CF298B38-550A-C68B-93D3-3E0277B728BE}"/>
          </ac:spMkLst>
        </pc:spChg>
        <pc:spChg chg="mod topLvl">
          <ac:chgData name="Seawright, Tyler" userId="0d679dc6-d022-4613-aaa8-d4a403513003" providerId="ADAL" clId="{5B1ED935-CF50-4562-B02E-D87F99769EE6}" dt="2025-07-08T20:39:21.554" v="6037" actId="165"/>
          <ac:spMkLst>
            <pc:docMk/>
            <pc:sldMk cId="221813417" sldId="263"/>
            <ac:spMk id="29" creationId="{1604CD8B-BF50-5FFD-5FBC-D6E7E2BCEB0C}"/>
          </ac:spMkLst>
        </pc:spChg>
        <pc:spChg chg="mod topLvl">
          <ac:chgData name="Seawright, Tyler" userId="0d679dc6-d022-4613-aaa8-d4a403513003" providerId="ADAL" clId="{5B1ED935-CF50-4562-B02E-D87F99769EE6}" dt="2025-07-08T20:39:21.554" v="6037" actId="165"/>
          <ac:spMkLst>
            <pc:docMk/>
            <pc:sldMk cId="221813417" sldId="263"/>
            <ac:spMk id="30" creationId="{E753B2DF-CFF2-5752-A947-AF781561BD37}"/>
          </ac:spMkLst>
        </pc:spChg>
        <pc:spChg chg="add mod">
          <ac:chgData name="Seawright, Tyler" userId="0d679dc6-d022-4613-aaa8-d4a403513003" providerId="ADAL" clId="{5B1ED935-CF50-4562-B02E-D87F99769EE6}" dt="2025-07-11T21:47:00.158" v="11791" actId="113"/>
          <ac:spMkLst>
            <pc:docMk/>
            <pc:sldMk cId="221813417" sldId="263"/>
            <ac:spMk id="34" creationId="{552DB91C-647B-2954-BDDA-15B39DD011E4}"/>
          </ac:spMkLst>
        </pc:spChg>
        <pc:spChg chg="add mod">
          <ac:chgData name="Seawright, Tyler" userId="0d679dc6-d022-4613-aaa8-d4a403513003" providerId="ADAL" clId="{5B1ED935-CF50-4562-B02E-D87F99769EE6}" dt="2025-07-08T20:41:09.884" v="6060" actId="1076"/>
          <ac:spMkLst>
            <pc:docMk/>
            <pc:sldMk cId="221813417" sldId="263"/>
            <ac:spMk id="42" creationId="{16031821-675C-E60F-0E7D-1167F4104B66}"/>
          </ac:spMkLst>
        </pc:spChg>
        <pc:spChg chg="add mod">
          <ac:chgData name="Seawright, Tyler" userId="0d679dc6-d022-4613-aaa8-d4a403513003" providerId="ADAL" clId="{5B1ED935-CF50-4562-B02E-D87F99769EE6}" dt="2025-07-09T22:38:06.004" v="8142" actId="1076"/>
          <ac:spMkLst>
            <pc:docMk/>
            <pc:sldMk cId="221813417" sldId="263"/>
            <ac:spMk id="43" creationId="{8E5F3DD1-EC86-D0A5-4AE7-820A65CF31B2}"/>
          </ac:spMkLst>
        </pc:spChg>
        <pc:spChg chg="add mod">
          <ac:chgData name="Seawright, Tyler" userId="0d679dc6-d022-4613-aaa8-d4a403513003" providerId="ADAL" clId="{5B1ED935-CF50-4562-B02E-D87F99769EE6}" dt="2025-07-08T20:40:39.156" v="6050" actId="1076"/>
          <ac:spMkLst>
            <pc:docMk/>
            <pc:sldMk cId="221813417" sldId="263"/>
            <ac:spMk id="44" creationId="{600E0B86-223B-3E50-BB7F-9A2C9812CFF6}"/>
          </ac:spMkLst>
        </pc:spChg>
        <pc:spChg chg="add mod">
          <ac:chgData name="Seawright, Tyler" userId="0d679dc6-d022-4613-aaa8-d4a403513003" providerId="ADAL" clId="{5B1ED935-CF50-4562-B02E-D87F99769EE6}" dt="2025-07-08T20:42:08.221" v="6079" actId="1076"/>
          <ac:spMkLst>
            <pc:docMk/>
            <pc:sldMk cId="221813417" sldId="263"/>
            <ac:spMk id="49" creationId="{430E7099-4373-AB2F-FE3F-47CEC71C6149}"/>
          </ac:spMkLst>
        </pc:spChg>
        <pc:spChg chg="add mod">
          <ac:chgData name="Seawright, Tyler" userId="0d679dc6-d022-4613-aaa8-d4a403513003" providerId="ADAL" clId="{5B1ED935-CF50-4562-B02E-D87F99769EE6}" dt="2025-07-08T20:47:20.319" v="6199" actId="207"/>
          <ac:spMkLst>
            <pc:docMk/>
            <pc:sldMk cId="221813417" sldId="263"/>
            <ac:spMk id="50" creationId="{AFBE70E2-8EA3-B828-B2CA-7FE91456E693}"/>
          </ac:spMkLst>
        </pc:spChg>
        <pc:spChg chg="add mod">
          <ac:chgData name="Seawright, Tyler" userId="0d679dc6-d022-4613-aaa8-d4a403513003" providerId="ADAL" clId="{5B1ED935-CF50-4562-B02E-D87F99769EE6}" dt="2025-07-08T20:42:38.775" v="6111" actId="688"/>
          <ac:spMkLst>
            <pc:docMk/>
            <pc:sldMk cId="221813417" sldId="263"/>
            <ac:spMk id="51" creationId="{25D1D933-3ADA-76D5-71E7-F031D8548E79}"/>
          </ac:spMkLst>
        </pc:spChg>
        <pc:spChg chg="add mod">
          <ac:chgData name="Seawright, Tyler" userId="0d679dc6-d022-4613-aaa8-d4a403513003" providerId="ADAL" clId="{5B1ED935-CF50-4562-B02E-D87F99769EE6}" dt="2025-07-08T20:43:48.040" v="6122" actId="207"/>
          <ac:spMkLst>
            <pc:docMk/>
            <pc:sldMk cId="221813417" sldId="263"/>
            <ac:spMk id="53" creationId="{34CC2BCA-4FD3-E92F-7E16-3A8992133B84}"/>
          </ac:spMkLst>
        </pc:spChg>
        <pc:spChg chg="add mod">
          <ac:chgData name="Seawright, Tyler" userId="0d679dc6-d022-4613-aaa8-d4a403513003" providerId="ADAL" clId="{5B1ED935-CF50-4562-B02E-D87F99769EE6}" dt="2025-07-08T20:43:54.669" v="6124" actId="1076"/>
          <ac:spMkLst>
            <pc:docMk/>
            <pc:sldMk cId="221813417" sldId="263"/>
            <ac:spMk id="54" creationId="{56783979-9D41-8ED7-BF20-8FAC5FEBE7B1}"/>
          </ac:spMkLst>
        </pc:spChg>
        <pc:spChg chg="add mod">
          <ac:chgData name="Seawright, Tyler" userId="0d679dc6-d022-4613-aaa8-d4a403513003" providerId="ADAL" clId="{5B1ED935-CF50-4562-B02E-D87F99769EE6}" dt="2025-07-08T20:45:47.030" v="6196" actId="1076"/>
          <ac:spMkLst>
            <pc:docMk/>
            <pc:sldMk cId="221813417" sldId="263"/>
            <ac:spMk id="60" creationId="{0795DF10-CBC9-A36F-114A-7750A53DB9CC}"/>
          </ac:spMkLst>
        </pc:spChg>
        <pc:grpChg chg="mod">
          <ac:chgData name="Seawright, Tyler" userId="0d679dc6-d022-4613-aaa8-d4a403513003" providerId="ADAL" clId="{5B1ED935-CF50-4562-B02E-D87F99769EE6}" dt="2025-07-08T20:40:53.480" v="6054" actId="1076"/>
          <ac:grpSpMkLst>
            <pc:docMk/>
            <pc:sldMk cId="221813417" sldId="263"/>
            <ac:grpSpMk id="22" creationId="{18096CCA-EDAF-9AC4-7D11-CA0F0BE9ECB0}"/>
          </ac:grpSpMkLst>
        </pc:grpChg>
        <pc:grpChg chg="add mod">
          <ac:chgData name="Seawright, Tyler" userId="0d679dc6-d022-4613-aaa8-d4a403513003" providerId="ADAL" clId="{5B1ED935-CF50-4562-B02E-D87F99769EE6}" dt="2025-07-09T22:38:15.199" v="8145" actId="1076"/>
          <ac:grpSpMkLst>
            <pc:docMk/>
            <pc:sldMk cId="221813417" sldId="263"/>
            <ac:grpSpMk id="57" creationId="{F5C27132-D56A-C077-7A1A-07B245A062C4}"/>
          </ac:grpSpMkLst>
        </pc:grpChg>
        <pc:grpChg chg="add mod">
          <ac:chgData name="Seawright, Tyler" userId="0d679dc6-d022-4613-aaa8-d4a403513003" providerId="ADAL" clId="{5B1ED935-CF50-4562-B02E-D87F99769EE6}" dt="2025-07-09T22:38:03.307" v="8141" actId="1076"/>
          <ac:grpSpMkLst>
            <pc:docMk/>
            <pc:sldMk cId="221813417" sldId="263"/>
            <ac:grpSpMk id="61" creationId="{5F1043E1-251B-DC75-4996-453BFD28E363}"/>
          </ac:grpSpMkLst>
        </pc:grpChg>
        <pc:graphicFrameChg chg="add mod modGraphic">
          <ac:chgData name="Seawright, Tyler" userId="0d679dc6-d022-4613-aaa8-d4a403513003" providerId="ADAL" clId="{5B1ED935-CF50-4562-B02E-D87F99769EE6}" dt="2025-07-11T21:45:48.511" v="11781" actId="20577"/>
          <ac:graphicFrameMkLst>
            <pc:docMk/>
            <pc:sldMk cId="221813417" sldId="263"/>
            <ac:graphicFrameMk id="5" creationId="{0224368B-F0B9-0AAA-38C6-049BA9285D6A}"/>
          </ac:graphicFrameMkLst>
        </pc:graphicFrameChg>
        <pc:picChg chg="add mod">
          <ac:chgData name="Seawright, Tyler" userId="0d679dc6-d022-4613-aaa8-d4a403513003" providerId="ADAL" clId="{5B1ED935-CF50-4562-B02E-D87F99769EE6}" dt="2025-07-09T22:38:41.359" v="8146" actId="1076"/>
          <ac:picMkLst>
            <pc:docMk/>
            <pc:sldMk cId="221813417" sldId="263"/>
            <ac:picMk id="4" creationId="{68EC3A05-C4F3-D4ED-76C3-0E60162BD3EF}"/>
          </ac:picMkLst>
        </pc:picChg>
        <pc:cxnChg chg="mod">
          <ac:chgData name="Seawright, Tyler" userId="0d679dc6-d022-4613-aaa8-d4a403513003" providerId="ADAL" clId="{5B1ED935-CF50-4562-B02E-D87F99769EE6}" dt="2025-07-08T20:42:50.152" v="6113" actId="14100"/>
          <ac:cxnSpMkLst>
            <pc:docMk/>
            <pc:sldMk cId="221813417" sldId="263"/>
            <ac:cxnSpMk id="23" creationId="{BE0E9F7B-EF3E-5C00-6E5E-83B5E0E65679}"/>
          </ac:cxnSpMkLst>
        </pc:cxnChg>
        <pc:cxnChg chg="mod">
          <ac:chgData name="Seawright, Tyler" userId="0d679dc6-d022-4613-aaa8-d4a403513003" providerId="ADAL" clId="{5B1ED935-CF50-4562-B02E-D87F99769EE6}" dt="2025-07-09T22:38:52.851" v="8147" actId="14100"/>
          <ac:cxnSpMkLst>
            <pc:docMk/>
            <pc:sldMk cId="221813417" sldId="263"/>
            <ac:cxnSpMk id="24" creationId="{F24555BD-8480-43B1-C470-83AA5642230E}"/>
          </ac:cxnSpMkLst>
        </pc:cxnChg>
        <pc:cxnChg chg="add mod">
          <ac:chgData name="Seawright, Tyler" userId="0d679dc6-d022-4613-aaa8-d4a403513003" providerId="ADAL" clId="{5B1ED935-CF50-4562-B02E-D87F99769EE6}" dt="2025-07-08T20:40:48.616" v="6053" actId="14100"/>
          <ac:cxnSpMkLst>
            <pc:docMk/>
            <pc:sldMk cId="221813417" sldId="263"/>
            <ac:cxnSpMk id="35" creationId="{8D0D7501-5E69-344B-D533-C8E9BF594282}"/>
          </ac:cxnSpMkLst>
        </pc:cxnChg>
        <pc:cxnChg chg="add mod">
          <ac:chgData name="Seawright, Tyler" userId="0d679dc6-d022-4613-aaa8-d4a403513003" providerId="ADAL" clId="{5B1ED935-CF50-4562-B02E-D87F99769EE6}" dt="2025-07-08T20:40:25.212" v="6049" actId="14100"/>
          <ac:cxnSpMkLst>
            <pc:docMk/>
            <pc:sldMk cId="221813417" sldId="263"/>
            <ac:cxnSpMk id="37" creationId="{36A956D6-F835-085B-C0AD-669671CF5BC0}"/>
          </ac:cxnSpMkLst>
        </pc:cxnChg>
        <pc:cxnChg chg="add mod">
          <ac:chgData name="Seawright, Tyler" userId="0d679dc6-d022-4613-aaa8-d4a403513003" providerId="ADAL" clId="{5B1ED935-CF50-4562-B02E-D87F99769EE6}" dt="2025-07-09T22:37:53.383" v="8139" actId="164"/>
          <ac:cxnSpMkLst>
            <pc:docMk/>
            <pc:sldMk cId="221813417" sldId="263"/>
            <ac:cxnSpMk id="39" creationId="{148B33E9-5F7C-AFF4-0C07-CBB33E76D146}"/>
          </ac:cxnSpMkLst>
        </pc:cxnChg>
        <pc:cxnChg chg="add mod">
          <ac:chgData name="Seawright, Tyler" userId="0d679dc6-d022-4613-aaa8-d4a403513003" providerId="ADAL" clId="{5B1ED935-CF50-4562-B02E-D87F99769EE6}" dt="2025-07-09T22:37:53.383" v="8139" actId="164"/>
          <ac:cxnSpMkLst>
            <pc:docMk/>
            <pc:sldMk cId="221813417" sldId="263"/>
            <ac:cxnSpMk id="40" creationId="{7D2194D7-5F26-B240-E36C-E9D56EEB8A65}"/>
          </ac:cxnSpMkLst>
        </pc:cxnChg>
        <pc:cxnChg chg="add mod">
          <ac:chgData name="Seawright, Tyler" userId="0d679dc6-d022-4613-aaa8-d4a403513003" providerId="ADAL" clId="{5B1ED935-CF50-4562-B02E-D87F99769EE6}" dt="2025-07-09T22:37:53.383" v="8139" actId="164"/>
          <ac:cxnSpMkLst>
            <pc:docMk/>
            <pc:sldMk cId="221813417" sldId="263"/>
            <ac:cxnSpMk id="41" creationId="{B91A9AB2-2ED3-86D3-DA89-253DDC21C662}"/>
          </ac:cxnSpMkLst>
        </pc:cxnChg>
        <pc:cxnChg chg="add mod">
          <ac:chgData name="Seawright, Tyler" userId="0d679dc6-d022-4613-aaa8-d4a403513003" providerId="ADAL" clId="{5B1ED935-CF50-4562-B02E-D87F99769EE6}" dt="2025-07-08T20:44:27.125" v="6129" actId="208"/>
          <ac:cxnSpMkLst>
            <pc:docMk/>
            <pc:sldMk cId="221813417" sldId="263"/>
            <ac:cxnSpMk id="55" creationId="{C99059B3-5E44-CEFF-5682-B78BD97FBA85}"/>
          </ac:cxnSpMkLst>
        </pc:cxnChg>
        <pc:cxnChg chg="add mod">
          <ac:chgData name="Seawright, Tyler" userId="0d679dc6-d022-4613-aaa8-d4a403513003" providerId="ADAL" clId="{5B1ED935-CF50-4562-B02E-D87F99769EE6}" dt="2025-07-08T20:44:27.125" v="6129" actId="208"/>
          <ac:cxnSpMkLst>
            <pc:docMk/>
            <pc:sldMk cId="221813417" sldId="263"/>
            <ac:cxnSpMk id="56" creationId="{A1B7A660-0F7D-FD67-3979-89357F1A81EA}"/>
          </ac:cxnSpMkLst>
        </pc:cxnChg>
      </pc:sldChg>
      <pc:sldChg chg="new del">
        <pc:chgData name="Seawright, Tyler" userId="0d679dc6-d022-4613-aaa8-d4a403513003" providerId="ADAL" clId="{5B1ED935-CF50-4562-B02E-D87F99769EE6}" dt="2025-07-08T02:10:09.194" v="625" actId="680"/>
        <pc:sldMkLst>
          <pc:docMk/>
          <pc:sldMk cId="632215705" sldId="263"/>
        </pc:sldMkLst>
      </pc:sldChg>
      <pc:sldChg chg="addSp modSp add mod modNotesTx">
        <pc:chgData name="Seawright, Tyler" userId="0d679dc6-d022-4613-aaa8-d4a403513003" providerId="ADAL" clId="{5B1ED935-CF50-4562-B02E-D87F99769EE6}" dt="2025-07-11T21:49:31.927" v="12180" actId="1076"/>
        <pc:sldMkLst>
          <pc:docMk/>
          <pc:sldMk cId="1019500477" sldId="264"/>
        </pc:sldMkLst>
        <pc:spChg chg="mod">
          <ac:chgData name="Seawright, Tyler" userId="0d679dc6-d022-4613-aaa8-d4a403513003" providerId="ADAL" clId="{5B1ED935-CF50-4562-B02E-D87F99769EE6}" dt="2025-07-08T02:11:20.241" v="712" actId="20577"/>
          <ac:spMkLst>
            <pc:docMk/>
            <pc:sldMk cId="1019500477" sldId="264"/>
            <ac:spMk id="2" creationId="{6C1CA7FD-707C-0FCC-37C7-3FC7540D2EE4}"/>
          </ac:spMkLst>
        </pc:spChg>
        <pc:spChg chg="mod">
          <ac:chgData name="Seawright, Tyler" userId="0d679dc6-d022-4613-aaa8-d4a403513003" providerId="ADAL" clId="{5B1ED935-CF50-4562-B02E-D87F99769EE6}" dt="2025-07-11T21:49:31.927" v="12180" actId="1076"/>
          <ac:spMkLst>
            <pc:docMk/>
            <pc:sldMk cId="1019500477" sldId="264"/>
            <ac:spMk id="3" creationId="{8CC1F082-5F0F-E9B5-3440-D129E9EC1B01}"/>
          </ac:spMkLst>
        </pc:spChg>
        <pc:spChg chg="mod">
          <ac:chgData name="Seawright, Tyler" userId="0d679dc6-d022-4613-aaa8-d4a403513003" providerId="ADAL" clId="{5B1ED935-CF50-4562-B02E-D87F99769EE6}" dt="2025-07-08T20:11:02.504" v="5057"/>
          <ac:spMkLst>
            <pc:docMk/>
            <pc:sldMk cId="1019500477" sldId="264"/>
            <ac:spMk id="9" creationId="{62D6EEF9-634F-E9B0-A7DA-9ACEDB6E58D9}"/>
          </ac:spMkLst>
        </pc:spChg>
        <pc:spChg chg="mod">
          <ac:chgData name="Seawright, Tyler" userId="0d679dc6-d022-4613-aaa8-d4a403513003" providerId="ADAL" clId="{5B1ED935-CF50-4562-B02E-D87F99769EE6}" dt="2025-07-08T20:11:02.504" v="5057"/>
          <ac:spMkLst>
            <pc:docMk/>
            <pc:sldMk cId="1019500477" sldId="264"/>
            <ac:spMk id="10" creationId="{BCCB93E6-8766-D160-D8C5-EAB979306CC1}"/>
          </ac:spMkLst>
        </pc:spChg>
        <pc:spChg chg="mod">
          <ac:chgData name="Seawright, Tyler" userId="0d679dc6-d022-4613-aaa8-d4a403513003" providerId="ADAL" clId="{5B1ED935-CF50-4562-B02E-D87F99769EE6}" dt="2025-07-08T20:11:10.004" v="5059"/>
          <ac:spMkLst>
            <pc:docMk/>
            <pc:sldMk cId="1019500477" sldId="264"/>
            <ac:spMk id="12" creationId="{49A7EE3D-2CB4-FFA0-68E8-F17D1D65CB09}"/>
          </ac:spMkLst>
        </pc:spChg>
        <pc:spChg chg="mod">
          <ac:chgData name="Seawright, Tyler" userId="0d679dc6-d022-4613-aaa8-d4a403513003" providerId="ADAL" clId="{5B1ED935-CF50-4562-B02E-D87F99769EE6}" dt="2025-07-08T20:11:10.004" v="5059"/>
          <ac:spMkLst>
            <pc:docMk/>
            <pc:sldMk cId="1019500477" sldId="264"/>
            <ac:spMk id="13" creationId="{600155A1-EFD6-54D9-B6A4-2A2A3D66FDCF}"/>
          </ac:spMkLst>
        </pc:spChg>
        <pc:spChg chg="add mod">
          <ac:chgData name="Seawright, Tyler" userId="0d679dc6-d022-4613-aaa8-d4a403513003" providerId="ADAL" clId="{5B1ED935-CF50-4562-B02E-D87F99769EE6}" dt="2025-07-08T20:15:15.837" v="5459" actId="164"/>
          <ac:spMkLst>
            <pc:docMk/>
            <pc:sldMk cId="1019500477" sldId="264"/>
            <ac:spMk id="15" creationId="{73386D0B-7632-0271-9C1B-7ECDED467F2D}"/>
          </ac:spMkLst>
        </pc:spChg>
        <pc:spChg chg="add mod">
          <ac:chgData name="Seawright, Tyler" userId="0d679dc6-d022-4613-aaa8-d4a403513003" providerId="ADAL" clId="{5B1ED935-CF50-4562-B02E-D87F99769EE6}" dt="2025-07-08T20:15:15.837" v="5459" actId="164"/>
          <ac:spMkLst>
            <pc:docMk/>
            <pc:sldMk cId="1019500477" sldId="264"/>
            <ac:spMk id="16" creationId="{0330CF40-A91E-4F87-986B-09BE0E3D9BD6}"/>
          </ac:spMkLst>
        </pc:spChg>
        <pc:spChg chg="add mod">
          <ac:chgData name="Seawright, Tyler" userId="0d679dc6-d022-4613-aaa8-d4a403513003" providerId="ADAL" clId="{5B1ED935-CF50-4562-B02E-D87F99769EE6}" dt="2025-07-08T20:15:15.837" v="5459" actId="164"/>
          <ac:spMkLst>
            <pc:docMk/>
            <pc:sldMk cId="1019500477" sldId="264"/>
            <ac:spMk id="17" creationId="{0B3C7155-E760-B6FD-BDE8-2C18DA46158D}"/>
          </ac:spMkLst>
        </pc:spChg>
        <pc:spChg chg="add mod">
          <ac:chgData name="Seawright, Tyler" userId="0d679dc6-d022-4613-aaa8-d4a403513003" providerId="ADAL" clId="{5B1ED935-CF50-4562-B02E-D87F99769EE6}" dt="2025-07-08T20:15:57.294" v="5471" actId="1076"/>
          <ac:spMkLst>
            <pc:docMk/>
            <pc:sldMk cId="1019500477" sldId="264"/>
            <ac:spMk id="18" creationId="{C7EDEA2F-8E9F-F684-E7A9-180F29643014}"/>
          </ac:spMkLst>
        </pc:spChg>
        <pc:spChg chg="add mod">
          <ac:chgData name="Seawright, Tyler" userId="0d679dc6-d022-4613-aaa8-d4a403513003" providerId="ADAL" clId="{5B1ED935-CF50-4562-B02E-D87F99769EE6}" dt="2025-07-08T20:15:43.773" v="5466" actId="1076"/>
          <ac:spMkLst>
            <pc:docMk/>
            <pc:sldMk cId="1019500477" sldId="264"/>
            <ac:spMk id="20" creationId="{D00AE069-E32E-F9E9-4D5E-D0F43A672C28}"/>
          </ac:spMkLst>
        </pc:spChg>
        <pc:spChg chg="add mod">
          <ac:chgData name="Seawright, Tyler" userId="0d679dc6-d022-4613-aaa8-d4a403513003" providerId="ADAL" clId="{5B1ED935-CF50-4562-B02E-D87F99769EE6}" dt="2025-07-08T20:15:15.837" v="5459" actId="164"/>
          <ac:spMkLst>
            <pc:docMk/>
            <pc:sldMk cId="1019500477" sldId="264"/>
            <ac:spMk id="22" creationId="{894E7324-6CB8-C785-7BE6-FDCCDB0A0F21}"/>
          </ac:spMkLst>
        </pc:spChg>
        <pc:spChg chg="add mod">
          <ac:chgData name="Seawright, Tyler" userId="0d679dc6-d022-4613-aaa8-d4a403513003" providerId="ADAL" clId="{5B1ED935-CF50-4562-B02E-D87F99769EE6}" dt="2025-07-11T21:49:28.679" v="12179" actId="1076"/>
          <ac:spMkLst>
            <pc:docMk/>
            <pc:sldMk cId="1019500477" sldId="264"/>
            <ac:spMk id="24" creationId="{8AD46CD1-C71C-AA2E-9D2E-84411EF0ECC2}"/>
          </ac:spMkLst>
        </pc:spChg>
        <pc:spChg chg="add mod">
          <ac:chgData name="Seawright, Tyler" userId="0d679dc6-d022-4613-aaa8-d4a403513003" providerId="ADAL" clId="{5B1ED935-CF50-4562-B02E-D87F99769EE6}" dt="2025-07-11T21:49:24.811" v="12178" actId="1076"/>
          <ac:spMkLst>
            <pc:docMk/>
            <pc:sldMk cId="1019500477" sldId="264"/>
            <ac:spMk id="25" creationId="{E68103CC-FF6D-63BA-E430-C881C7C850E5}"/>
          </ac:spMkLst>
        </pc:spChg>
        <pc:grpChg chg="add mod">
          <ac:chgData name="Seawright, Tyler" userId="0d679dc6-d022-4613-aaa8-d4a403513003" providerId="ADAL" clId="{5B1ED935-CF50-4562-B02E-D87F99769EE6}" dt="2025-07-08T20:14:30.185" v="5447" actId="1076"/>
          <ac:grpSpMkLst>
            <pc:docMk/>
            <pc:sldMk cId="1019500477" sldId="264"/>
            <ac:grpSpMk id="4" creationId="{6D535883-CA6C-1F25-136B-AEED0D65A16B}"/>
          </ac:grpSpMkLst>
        </pc:grpChg>
        <pc:grpChg chg="mod">
          <ac:chgData name="Seawright, Tyler" userId="0d679dc6-d022-4613-aaa8-d4a403513003" providerId="ADAL" clId="{5B1ED935-CF50-4562-B02E-D87F99769EE6}" dt="2025-07-08T20:11:02.504" v="5057"/>
          <ac:grpSpMkLst>
            <pc:docMk/>
            <pc:sldMk cId="1019500477" sldId="264"/>
            <ac:grpSpMk id="5" creationId="{9913695D-4249-DFC4-7930-9C4AF0790AB7}"/>
          </ac:grpSpMkLst>
        </pc:grpChg>
        <pc:grpChg chg="add mod">
          <ac:chgData name="Seawright, Tyler" userId="0d679dc6-d022-4613-aaa8-d4a403513003" providerId="ADAL" clId="{5B1ED935-CF50-4562-B02E-D87F99769EE6}" dt="2025-07-08T20:15:15.837" v="5459" actId="164"/>
          <ac:grpSpMkLst>
            <pc:docMk/>
            <pc:sldMk cId="1019500477" sldId="264"/>
            <ac:grpSpMk id="11" creationId="{27E3EE9D-BEDB-09F9-923F-A5CC0B62E35A}"/>
          </ac:grpSpMkLst>
        </pc:grpChg>
        <pc:grpChg chg="add mod">
          <ac:chgData name="Seawright, Tyler" userId="0d679dc6-d022-4613-aaa8-d4a403513003" providerId="ADAL" clId="{5B1ED935-CF50-4562-B02E-D87F99769EE6}" dt="2025-07-08T20:15:40.381" v="5465" actId="1076"/>
          <ac:grpSpMkLst>
            <pc:docMk/>
            <pc:sldMk cId="1019500477" sldId="264"/>
            <ac:grpSpMk id="29" creationId="{3CD869E5-CD60-63E6-5050-F371ECBF0587}"/>
          </ac:grpSpMkLst>
        </pc:grpChg>
        <pc:picChg chg="add mod">
          <ac:chgData name="Seawright, Tyler" userId="0d679dc6-d022-4613-aaa8-d4a403513003" providerId="ADAL" clId="{5B1ED935-CF50-4562-B02E-D87F99769EE6}" dt="2025-07-08T20:15:31.372" v="5464" actId="1076"/>
          <ac:picMkLst>
            <pc:docMk/>
            <pc:sldMk cId="1019500477" sldId="264"/>
            <ac:picMk id="23" creationId="{D8A8B47D-90D5-83E3-A022-808685A6742B}"/>
          </ac:picMkLst>
        </pc:picChg>
        <pc:cxnChg chg="mod">
          <ac:chgData name="Seawright, Tyler" userId="0d679dc6-d022-4613-aaa8-d4a403513003" providerId="ADAL" clId="{5B1ED935-CF50-4562-B02E-D87F99769EE6}" dt="2025-07-08T20:11:02.504" v="5057"/>
          <ac:cxnSpMkLst>
            <pc:docMk/>
            <pc:sldMk cId="1019500477" sldId="264"/>
            <ac:cxnSpMk id="6" creationId="{92EEA58A-3E9F-14A8-9F4A-1641B933E496}"/>
          </ac:cxnSpMkLst>
        </pc:cxnChg>
        <pc:cxnChg chg="mod">
          <ac:chgData name="Seawright, Tyler" userId="0d679dc6-d022-4613-aaa8-d4a403513003" providerId="ADAL" clId="{5B1ED935-CF50-4562-B02E-D87F99769EE6}" dt="2025-07-08T20:11:02.504" v="5057"/>
          <ac:cxnSpMkLst>
            <pc:docMk/>
            <pc:sldMk cId="1019500477" sldId="264"/>
            <ac:cxnSpMk id="7" creationId="{3401A824-72B5-0BF5-9A10-5FD13DE0474F}"/>
          </ac:cxnSpMkLst>
        </pc:cxnChg>
        <pc:cxnChg chg="mod">
          <ac:chgData name="Seawright, Tyler" userId="0d679dc6-d022-4613-aaa8-d4a403513003" providerId="ADAL" clId="{5B1ED935-CF50-4562-B02E-D87F99769EE6}" dt="2025-07-08T20:11:02.504" v="5057"/>
          <ac:cxnSpMkLst>
            <pc:docMk/>
            <pc:sldMk cId="1019500477" sldId="264"/>
            <ac:cxnSpMk id="8" creationId="{55323E75-0508-4A4F-AA95-8730B9347174}"/>
          </ac:cxnSpMkLst>
        </pc:cxnChg>
        <pc:cxnChg chg="mod">
          <ac:chgData name="Seawright, Tyler" userId="0d679dc6-d022-4613-aaa8-d4a403513003" providerId="ADAL" clId="{5B1ED935-CF50-4562-B02E-D87F99769EE6}" dt="2025-07-08T20:15:57.294" v="5471" actId="1076"/>
          <ac:cxnSpMkLst>
            <pc:docMk/>
            <pc:sldMk cId="1019500477" sldId="264"/>
            <ac:cxnSpMk id="14" creationId="{DD785541-B21C-48CD-E499-7A8E2F5475F9}"/>
          </ac:cxnSpMkLst>
        </pc:cxnChg>
        <pc:cxnChg chg="add mod">
          <ac:chgData name="Seawright, Tyler" userId="0d679dc6-d022-4613-aaa8-d4a403513003" providerId="ADAL" clId="{5B1ED935-CF50-4562-B02E-D87F99769EE6}" dt="2025-07-08T20:15:43.773" v="5466" actId="1076"/>
          <ac:cxnSpMkLst>
            <pc:docMk/>
            <pc:sldMk cId="1019500477" sldId="264"/>
            <ac:cxnSpMk id="19" creationId="{D303C531-112F-0091-7C83-D6BC217178E4}"/>
          </ac:cxnSpMkLst>
        </pc:cxnChg>
        <pc:cxnChg chg="mod">
          <ac:chgData name="Seawright, Tyler" userId="0d679dc6-d022-4613-aaa8-d4a403513003" providerId="ADAL" clId="{5B1ED935-CF50-4562-B02E-D87F99769EE6}" dt="2025-07-08T20:15:15.837" v="5459" actId="164"/>
          <ac:cxnSpMkLst>
            <pc:docMk/>
            <pc:sldMk cId="1019500477" sldId="264"/>
            <ac:cxnSpMk id="21" creationId="{A80C4CAE-2AA7-F957-B454-EFEE3A3D43D2}"/>
          </ac:cxnSpMkLst>
        </pc:cxnChg>
        <pc:cxnChg chg="add mod">
          <ac:chgData name="Seawright, Tyler" userId="0d679dc6-d022-4613-aaa8-d4a403513003" providerId="ADAL" clId="{5B1ED935-CF50-4562-B02E-D87F99769EE6}" dt="2025-07-08T20:15:57.294" v="5471" actId="1076"/>
          <ac:cxnSpMkLst>
            <pc:docMk/>
            <pc:sldMk cId="1019500477" sldId="264"/>
            <ac:cxnSpMk id="32" creationId="{A9AFEB16-BBFD-600B-452F-7A08F68B4012}"/>
          </ac:cxnSpMkLst>
        </pc:cxnChg>
      </pc:sldChg>
      <pc:sldChg chg="new del">
        <pc:chgData name="Seawright, Tyler" userId="0d679dc6-d022-4613-aaa8-d4a403513003" providerId="ADAL" clId="{5B1ED935-CF50-4562-B02E-D87F99769EE6}" dt="2025-07-08T02:10:53.277" v="664" actId="680"/>
        <pc:sldMkLst>
          <pc:docMk/>
          <pc:sldMk cId="1503892961" sldId="265"/>
        </pc:sldMkLst>
      </pc:sldChg>
      <pc:sldChg chg="addSp delSp modSp add del mod modNotesTx">
        <pc:chgData name="Seawright, Tyler" userId="0d679dc6-d022-4613-aaa8-d4a403513003" providerId="ADAL" clId="{5B1ED935-CF50-4562-B02E-D87F99769EE6}" dt="2025-07-11T21:59:53.094" v="13116" actId="20577"/>
        <pc:sldMkLst>
          <pc:docMk/>
          <pc:sldMk cId="4222304461" sldId="265"/>
        </pc:sldMkLst>
        <pc:spChg chg="mod">
          <ac:chgData name="Seawright, Tyler" userId="0d679dc6-d022-4613-aaa8-d4a403513003" providerId="ADAL" clId="{5B1ED935-CF50-4562-B02E-D87F99769EE6}" dt="2025-07-08T02:11:28.650" v="725" actId="20577"/>
          <ac:spMkLst>
            <pc:docMk/>
            <pc:sldMk cId="4222304461" sldId="265"/>
            <ac:spMk id="2" creationId="{0127F0F0-E5C1-3070-DAB8-19A32E7B2468}"/>
          </ac:spMkLst>
        </pc:spChg>
        <pc:spChg chg="add mod">
          <ac:chgData name="Seawright, Tyler" userId="0d679dc6-d022-4613-aaa8-d4a403513003" providerId="ADAL" clId="{5B1ED935-CF50-4562-B02E-D87F99769EE6}" dt="2025-07-11T21:57:08.288" v="12920" actId="1076"/>
          <ac:spMkLst>
            <pc:docMk/>
            <pc:sldMk cId="4222304461" sldId="265"/>
            <ac:spMk id="3" creationId="{002555CC-C45A-6CC2-7BEC-46935297DB53}"/>
          </ac:spMkLst>
        </pc:spChg>
        <pc:spChg chg="add mod">
          <ac:chgData name="Seawright, Tyler" userId="0d679dc6-d022-4613-aaa8-d4a403513003" providerId="ADAL" clId="{5B1ED935-CF50-4562-B02E-D87F99769EE6}" dt="2025-07-11T21:57:08.288" v="12920" actId="1076"/>
          <ac:spMkLst>
            <pc:docMk/>
            <pc:sldMk cId="4222304461" sldId="265"/>
            <ac:spMk id="4" creationId="{57EB4DFC-EBCB-1A85-6730-961925A6A150}"/>
          </ac:spMkLst>
        </pc:spChg>
        <pc:graphicFrameChg chg="add mod modGraphic">
          <ac:chgData name="Seawright, Tyler" userId="0d679dc6-d022-4613-aaa8-d4a403513003" providerId="ADAL" clId="{5B1ED935-CF50-4562-B02E-D87F99769EE6}" dt="2025-07-11T21:59:09.270" v="13013" actId="20577"/>
          <ac:graphicFrameMkLst>
            <pc:docMk/>
            <pc:sldMk cId="4222304461" sldId="265"/>
            <ac:graphicFrameMk id="6" creationId="{0647AE4A-BD7D-54D9-5D61-2C31A18ED35D}"/>
          </ac:graphicFrameMkLst>
        </pc:graphicFrameChg>
        <pc:picChg chg="add mod">
          <ac:chgData name="Seawright, Tyler" userId="0d679dc6-d022-4613-aaa8-d4a403513003" providerId="ADAL" clId="{5B1ED935-CF50-4562-B02E-D87F99769EE6}" dt="2025-07-11T21:57:08.288" v="12920" actId="1076"/>
          <ac:picMkLst>
            <pc:docMk/>
            <pc:sldMk cId="4222304461" sldId="265"/>
            <ac:picMk id="7" creationId="{0E464CF2-D75B-893E-389F-AE70ADF4B7BB}"/>
          </ac:picMkLst>
        </pc:picChg>
      </pc:sldChg>
      <pc:sldChg chg="addSp delSp modSp add mod modNotesTx">
        <pc:chgData name="Seawright, Tyler" userId="0d679dc6-d022-4613-aaa8-d4a403513003" providerId="ADAL" clId="{5B1ED935-CF50-4562-B02E-D87F99769EE6}" dt="2025-07-11T21:55:02.575" v="12661" actId="20577"/>
        <pc:sldMkLst>
          <pc:docMk/>
          <pc:sldMk cId="828207356" sldId="266"/>
        </pc:sldMkLst>
        <pc:spChg chg="mod">
          <ac:chgData name="Seawright, Tyler" userId="0d679dc6-d022-4613-aaa8-d4a403513003" providerId="ADAL" clId="{5B1ED935-CF50-4562-B02E-D87F99769EE6}" dt="2025-07-08T02:11:54.113" v="754" actId="20577"/>
          <ac:spMkLst>
            <pc:docMk/>
            <pc:sldMk cId="828207356" sldId="266"/>
            <ac:spMk id="2" creationId="{3933AF5D-8AB9-F211-D5BE-8122DA3A21A0}"/>
          </ac:spMkLst>
        </pc:spChg>
        <pc:spChg chg="add del mod">
          <ac:chgData name="Seawright, Tyler" userId="0d679dc6-d022-4613-aaa8-d4a403513003" providerId="ADAL" clId="{5B1ED935-CF50-4562-B02E-D87F99769EE6}" dt="2025-07-08T20:18:19.186" v="5652" actId="20577"/>
          <ac:spMkLst>
            <pc:docMk/>
            <pc:sldMk cId="828207356" sldId="266"/>
            <ac:spMk id="3" creationId="{12EB0FDB-D32B-0993-1E74-A82111655A10}"/>
          </ac:spMkLst>
        </pc:spChg>
        <pc:picChg chg="add mod">
          <ac:chgData name="Seawright, Tyler" userId="0d679dc6-d022-4613-aaa8-d4a403513003" providerId="ADAL" clId="{5B1ED935-CF50-4562-B02E-D87F99769EE6}" dt="2025-07-08T20:16:35.629" v="5473" actId="1076"/>
          <ac:picMkLst>
            <pc:docMk/>
            <pc:sldMk cId="828207356" sldId="266"/>
            <ac:picMk id="5" creationId="{32180E29-50C2-DCDB-DC4C-8FBC3FEE6F30}"/>
          </ac:picMkLst>
        </pc:picChg>
      </pc:sldChg>
      <pc:sldChg chg="addSp delSp modSp add mod modNotesTx">
        <pc:chgData name="Seawright, Tyler" userId="0d679dc6-d022-4613-aaa8-d4a403513003" providerId="ADAL" clId="{5B1ED935-CF50-4562-B02E-D87F99769EE6}" dt="2025-07-11T22:02:26.256" v="13143" actId="14100"/>
        <pc:sldMkLst>
          <pc:docMk/>
          <pc:sldMk cId="143899592" sldId="267"/>
        </pc:sldMkLst>
        <pc:spChg chg="mod">
          <ac:chgData name="Seawright, Tyler" userId="0d679dc6-d022-4613-aaa8-d4a403513003" providerId="ADAL" clId="{5B1ED935-CF50-4562-B02E-D87F99769EE6}" dt="2025-07-09T21:12:10.649" v="6587" actId="1076"/>
          <ac:spMkLst>
            <pc:docMk/>
            <pc:sldMk cId="143899592" sldId="267"/>
            <ac:spMk id="2" creationId="{CCED2CED-4A42-759D-4168-855028540F4A}"/>
          </ac:spMkLst>
        </pc:spChg>
        <pc:spChg chg="add mod">
          <ac:chgData name="Seawright, Tyler" userId="0d679dc6-d022-4613-aaa8-d4a403513003" providerId="ADAL" clId="{5B1ED935-CF50-4562-B02E-D87F99769EE6}" dt="2025-07-09T21:19:08.594" v="6801" actId="1076"/>
          <ac:spMkLst>
            <pc:docMk/>
            <pc:sldMk cId="143899592" sldId="267"/>
            <ac:spMk id="12" creationId="{74C2C382-92BE-D7E8-B005-D724C2C418DC}"/>
          </ac:spMkLst>
        </pc:spChg>
        <pc:spChg chg="add mod">
          <ac:chgData name="Seawright, Tyler" userId="0d679dc6-d022-4613-aaa8-d4a403513003" providerId="ADAL" clId="{5B1ED935-CF50-4562-B02E-D87F99769EE6}" dt="2025-07-09T21:18:54.581" v="6798" actId="14100"/>
          <ac:spMkLst>
            <pc:docMk/>
            <pc:sldMk cId="143899592" sldId="267"/>
            <ac:spMk id="13" creationId="{48D4A302-CD45-910C-EF4E-90932C77A44A}"/>
          </ac:spMkLst>
        </pc:spChg>
        <pc:spChg chg="add del mod">
          <ac:chgData name="Seawright, Tyler" userId="0d679dc6-d022-4613-aaa8-d4a403513003" providerId="ADAL" clId="{5B1ED935-CF50-4562-B02E-D87F99769EE6}" dt="2025-07-09T21:23:16.186" v="6851" actId="14100"/>
          <ac:spMkLst>
            <pc:docMk/>
            <pc:sldMk cId="143899592" sldId="267"/>
            <ac:spMk id="14" creationId="{8008211D-4E67-C083-8B18-B2D8A85A3929}"/>
          </ac:spMkLst>
        </pc:spChg>
        <pc:spChg chg="add mod">
          <ac:chgData name="Seawright, Tyler" userId="0d679dc6-d022-4613-aaa8-d4a403513003" providerId="ADAL" clId="{5B1ED935-CF50-4562-B02E-D87F99769EE6}" dt="2025-07-09T21:23:25.702" v="6855" actId="14100"/>
          <ac:spMkLst>
            <pc:docMk/>
            <pc:sldMk cId="143899592" sldId="267"/>
            <ac:spMk id="18" creationId="{160419DD-0ABC-E974-2429-AE64C18E8DD6}"/>
          </ac:spMkLst>
        </pc:spChg>
        <pc:picChg chg="add mod">
          <ac:chgData name="Seawright, Tyler" userId="0d679dc6-d022-4613-aaa8-d4a403513003" providerId="ADAL" clId="{5B1ED935-CF50-4562-B02E-D87F99769EE6}" dt="2025-07-11T22:01:19.719" v="13131" actId="1036"/>
          <ac:picMkLst>
            <pc:docMk/>
            <pc:sldMk cId="143899592" sldId="267"/>
            <ac:picMk id="3" creationId="{470CD2E2-549D-A76D-3810-A9AF3DD690B7}"/>
          </ac:picMkLst>
        </pc:picChg>
        <pc:picChg chg="add del mod">
          <ac:chgData name="Seawright, Tyler" userId="0d679dc6-d022-4613-aaa8-d4a403513003" providerId="ADAL" clId="{5B1ED935-CF50-4562-B02E-D87F99769EE6}" dt="2025-07-09T21:48:10.120" v="6937" actId="478"/>
          <ac:picMkLst>
            <pc:docMk/>
            <pc:sldMk cId="143899592" sldId="267"/>
            <ac:picMk id="5" creationId="{78B1ECD8-C6B5-1DF2-DA34-86C3F55D8FF3}"/>
          </ac:picMkLst>
        </pc:picChg>
        <pc:picChg chg="add del mod">
          <ac:chgData name="Seawright, Tyler" userId="0d679dc6-d022-4613-aaa8-d4a403513003" providerId="ADAL" clId="{5B1ED935-CF50-4562-B02E-D87F99769EE6}" dt="2025-07-09T21:48:09.912" v="6936" actId="478"/>
          <ac:picMkLst>
            <pc:docMk/>
            <pc:sldMk cId="143899592" sldId="267"/>
            <ac:picMk id="6" creationId="{C181586D-5B9F-AA70-1741-4927518E9B5F}"/>
          </ac:picMkLst>
        </pc:picChg>
        <pc:picChg chg="add mod">
          <ac:chgData name="Seawright, Tyler" userId="0d679dc6-d022-4613-aaa8-d4a403513003" providerId="ADAL" clId="{5B1ED935-CF50-4562-B02E-D87F99769EE6}" dt="2025-07-11T22:01:25.270" v="13132" actId="14100"/>
          <ac:picMkLst>
            <pc:docMk/>
            <pc:sldMk cId="143899592" sldId="267"/>
            <ac:picMk id="7" creationId="{E62014B7-1290-96C2-AF34-0DA39630522B}"/>
          </ac:picMkLst>
        </pc:picChg>
        <pc:picChg chg="add mod">
          <ac:chgData name="Seawright, Tyler" userId="0d679dc6-d022-4613-aaa8-d4a403513003" providerId="ADAL" clId="{5B1ED935-CF50-4562-B02E-D87F99769EE6}" dt="2025-07-11T22:02:23.866" v="13142" actId="14100"/>
          <ac:picMkLst>
            <pc:docMk/>
            <pc:sldMk cId="143899592" sldId="267"/>
            <ac:picMk id="8" creationId="{2BE3A13F-85F9-4C39-5A40-77733801B117}"/>
          </ac:picMkLst>
        </pc:picChg>
        <pc:picChg chg="add mod">
          <ac:chgData name="Seawright, Tyler" userId="0d679dc6-d022-4613-aaa8-d4a403513003" providerId="ADAL" clId="{5B1ED935-CF50-4562-B02E-D87F99769EE6}" dt="2025-07-11T22:02:01.060" v="13138" actId="208"/>
          <ac:picMkLst>
            <pc:docMk/>
            <pc:sldMk cId="143899592" sldId="267"/>
            <ac:picMk id="10" creationId="{50F065C6-5B2E-5DD0-13B6-1C78A9551353}"/>
          </ac:picMkLst>
        </pc:picChg>
        <pc:picChg chg="add mod">
          <ac:chgData name="Seawright, Tyler" userId="0d679dc6-d022-4613-aaa8-d4a403513003" providerId="ADAL" clId="{5B1ED935-CF50-4562-B02E-D87F99769EE6}" dt="2025-07-09T21:18:28.529" v="6793" actId="34135"/>
          <ac:picMkLst>
            <pc:docMk/>
            <pc:sldMk cId="143899592" sldId="267"/>
            <ac:picMk id="11" creationId="{88B507E4-0C5C-366C-ED1A-16DEB0A80FDB}"/>
          </ac:picMkLst>
        </pc:picChg>
        <pc:picChg chg="add mod">
          <ac:chgData name="Seawright, Tyler" userId="0d679dc6-d022-4613-aaa8-d4a403513003" providerId="ADAL" clId="{5B1ED935-CF50-4562-B02E-D87F99769EE6}" dt="2025-07-11T22:02:26.256" v="13143" actId="14100"/>
          <ac:picMkLst>
            <pc:docMk/>
            <pc:sldMk cId="143899592" sldId="267"/>
            <ac:picMk id="17" creationId="{C602ECFF-7E5E-A5C3-D651-8BE89D9D1309}"/>
          </ac:picMkLst>
        </pc:picChg>
        <pc:picChg chg="add del mod">
          <ac:chgData name="Seawright, Tyler" userId="0d679dc6-d022-4613-aaa8-d4a403513003" providerId="ADAL" clId="{5B1ED935-CF50-4562-B02E-D87F99769EE6}" dt="2025-07-11T22:00:50.177" v="13117" actId="478"/>
          <ac:picMkLst>
            <pc:docMk/>
            <pc:sldMk cId="143899592" sldId="267"/>
            <ac:picMk id="22" creationId="{E322EACF-78F5-74C3-B74E-AAD786D85E20}"/>
          </ac:picMkLst>
        </pc:picChg>
        <pc:picChg chg="add del mod">
          <ac:chgData name="Seawright, Tyler" userId="0d679dc6-d022-4613-aaa8-d4a403513003" providerId="ADAL" clId="{5B1ED935-CF50-4562-B02E-D87F99769EE6}" dt="2025-07-11T22:01:00.789" v="13123" actId="478"/>
          <ac:picMkLst>
            <pc:docMk/>
            <pc:sldMk cId="143899592" sldId="267"/>
            <ac:picMk id="26" creationId="{AD6337D1-CFCE-36A7-6218-0FD089BF2A6F}"/>
          </ac:picMkLst>
        </pc:picChg>
        <pc:picChg chg="add del mod">
          <ac:chgData name="Seawright, Tyler" userId="0d679dc6-d022-4613-aaa8-d4a403513003" providerId="ADAL" clId="{5B1ED935-CF50-4562-B02E-D87F99769EE6}" dt="2025-07-11T22:01:01.754" v="13124" actId="478"/>
          <ac:picMkLst>
            <pc:docMk/>
            <pc:sldMk cId="143899592" sldId="267"/>
            <ac:picMk id="28" creationId="{726AD011-316A-785D-A7D1-CD9714D08EA9}"/>
          </ac:picMkLst>
        </pc:picChg>
        <pc:picChg chg="add del mod">
          <ac:chgData name="Seawright, Tyler" userId="0d679dc6-d022-4613-aaa8-d4a403513003" providerId="ADAL" clId="{5B1ED935-CF50-4562-B02E-D87F99769EE6}" dt="2025-07-11T22:01:03.633" v="13125" actId="478"/>
          <ac:picMkLst>
            <pc:docMk/>
            <pc:sldMk cId="143899592" sldId="267"/>
            <ac:picMk id="30" creationId="{C695B4FD-A5EE-1C76-0177-A2B35C272466}"/>
          </ac:picMkLst>
        </pc:picChg>
        <pc:cxnChg chg="add mod">
          <ac:chgData name="Seawright, Tyler" userId="0d679dc6-d022-4613-aaa8-d4a403513003" providerId="ADAL" clId="{5B1ED935-CF50-4562-B02E-D87F99769EE6}" dt="2025-07-09T21:19:18.274" v="6804" actId="14100"/>
          <ac:cxnSpMkLst>
            <pc:docMk/>
            <pc:sldMk cId="143899592" sldId="267"/>
            <ac:cxnSpMk id="15" creationId="{27126E33-AAA2-C3E3-BA8F-36C6C31BB9D0}"/>
          </ac:cxnSpMkLst>
        </pc:cxnChg>
      </pc:sldChg>
      <pc:sldChg chg="addSp delSp modSp add mod modNotesTx">
        <pc:chgData name="Seawright, Tyler" userId="0d679dc6-d022-4613-aaa8-d4a403513003" providerId="ADAL" clId="{5B1ED935-CF50-4562-B02E-D87F99769EE6}" dt="2025-07-09T23:57:14.828" v="10070" actId="207"/>
        <pc:sldMkLst>
          <pc:docMk/>
          <pc:sldMk cId="1011083799" sldId="268"/>
        </pc:sldMkLst>
        <pc:spChg chg="mod">
          <ac:chgData name="Seawright, Tyler" userId="0d679dc6-d022-4613-aaa8-d4a403513003" providerId="ADAL" clId="{5B1ED935-CF50-4562-B02E-D87F99769EE6}" dt="2025-07-09T21:12:05.322" v="6586" actId="1076"/>
          <ac:spMkLst>
            <pc:docMk/>
            <pc:sldMk cId="1011083799" sldId="268"/>
            <ac:spMk id="2" creationId="{6EBABCDA-46BE-0BB4-C69A-D31F6906810B}"/>
          </ac:spMkLst>
        </pc:spChg>
        <pc:spChg chg="add mod">
          <ac:chgData name="Seawright, Tyler" userId="0d679dc6-d022-4613-aaa8-d4a403513003" providerId="ADAL" clId="{5B1ED935-CF50-4562-B02E-D87F99769EE6}" dt="2025-07-09T23:57:14.828" v="10070" actId="207"/>
          <ac:spMkLst>
            <pc:docMk/>
            <pc:sldMk cId="1011083799" sldId="268"/>
            <ac:spMk id="4" creationId="{E6B313B9-17E4-75D4-816E-29E9CDAD49F6}"/>
          </ac:spMkLst>
        </pc:spChg>
        <pc:spChg chg="add mod">
          <ac:chgData name="Seawright, Tyler" userId="0d679dc6-d022-4613-aaa8-d4a403513003" providerId="ADAL" clId="{5B1ED935-CF50-4562-B02E-D87F99769EE6}" dt="2025-07-09T23:56:43.172" v="10046" actId="1076"/>
          <ac:spMkLst>
            <pc:docMk/>
            <pc:sldMk cId="1011083799" sldId="268"/>
            <ac:spMk id="13" creationId="{281B1EB8-48D9-40B1-E7B9-E4BCF3D856E9}"/>
          </ac:spMkLst>
        </pc:spChg>
        <pc:spChg chg="add mod ord">
          <ac:chgData name="Seawright, Tyler" userId="0d679dc6-d022-4613-aaa8-d4a403513003" providerId="ADAL" clId="{5B1ED935-CF50-4562-B02E-D87F99769EE6}" dt="2025-07-09T21:51:31.619" v="6992" actId="14100"/>
          <ac:spMkLst>
            <pc:docMk/>
            <pc:sldMk cId="1011083799" sldId="268"/>
            <ac:spMk id="24" creationId="{8E91ABBD-FEDD-B8A3-DAD8-A50B73E98D0D}"/>
          </ac:spMkLst>
        </pc:spChg>
        <pc:spChg chg="add mod">
          <ac:chgData name="Seawright, Tyler" userId="0d679dc6-d022-4613-aaa8-d4a403513003" providerId="ADAL" clId="{5B1ED935-CF50-4562-B02E-D87F99769EE6}" dt="2025-07-09T21:51:37.098" v="6995" actId="14100"/>
          <ac:spMkLst>
            <pc:docMk/>
            <pc:sldMk cId="1011083799" sldId="268"/>
            <ac:spMk id="48" creationId="{B9EA14D1-965E-87E6-FD1D-41A0B68D562C}"/>
          </ac:spMkLst>
        </pc:spChg>
        <pc:spChg chg="add mod">
          <ac:chgData name="Seawright, Tyler" userId="0d679dc6-d022-4613-aaa8-d4a403513003" providerId="ADAL" clId="{5B1ED935-CF50-4562-B02E-D87F99769EE6}" dt="2025-07-09T21:51:39.832" v="6997" actId="1076"/>
          <ac:spMkLst>
            <pc:docMk/>
            <pc:sldMk cId="1011083799" sldId="268"/>
            <ac:spMk id="49" creationId="{1AC8E509-978A-2A56-0DC7-6C05B527BC84}"/>
          </ac:spMkLst>
        </pc:spChg>
        <pc:picChg chg="add mod">
          <ac:chgData name="Seawright, Tyler" userId="0d679dc6-d022-4613-aaa8-d4a403513003" providerId="ADAL" clId="{5B1ED935-CF50-4562-B02E-D87F99769EE6}" dt="2025-07-09T21:48:38.011" v="6951" actId="208"/>
          <ac:picMkLst>
            <pc:docMk/>
            <pc:sldMk cId="1011083799" sldId="268"/>
            <ac:picMk id="38" creationId="{19030F96-D966-3020-CAC9-808D6B55E79D}"/>
          </ac:picMkLst>
        </pc:picChg>
        <pc:picChg chg="add mod">
          <ac:chgData name="Seawright, Tyler" userId="0d679dc6-d022-4613-aaa8-d4a403513003" providerId="ADAL" clId="{5B1ED935-CF50-4562-B02E-D87F99769EE6}" dt="2025-07-09T21:51:04.634" v="6985" actId="14100"/>
          <ac:picMkLst>
            <pc:docMk/>
            <pc:sldMk cId="1011083799" sldId="268"/>
            <ac:picMk id="39" creationId="{88DD715A-1A5C-00D0-1F97-66F4C7E6D3D6}"/>
          </ac:picMkLst>
        </pc:picChg>
        <pc:picChg chg="add mod">
          <ac:chgData name="Seawright, Tyler" userId="0d679dc6-d022-4613-aaa8-d4a403513003" providerId="ADAL" clId="{5B1ED935-CF50-4562-B02E-D87F99769EE6}" dt="2025-07-09T21:51:11.378" v="6986" actId="14100"/>
          <ac:picMkLst>
            <pc:docMk/>
            <pc:sldMk cId="1011083799" sldId="268"/>
            <ac:picMk id="40" creationId="{FEFEAC38-1D91-2BC5-D1AC-3DC736C04D76}"/>
          </ac:picMkLst>
        </pc:picChg>
        <pc:picChg chg="add mod">
          <ac:chgData name="Seawright, Tyler" userId="0d679dc6-d022-4613-aaa8-d4a403513003" providerId="ADAL" clId="{5B1ED935-CF50-4562-B02E-D87F99769EE6}" dt="2025-07-09T21:51:13.738" v="6987" actId="14100"/>
          <ac:picMkLst>
            <pc:docMk/>
            <pc:sldMk cId="1011083799" sldId="268"/>
            <ac:picMk id="41" creationId="{790FB0E4-48F4-7376-C76C-28A270972C45}"/>
          </ac:picMkLst>
        </pc:picChg>
        <pc:picChg chg="add mod">
          <ac:chgData name="Seawright, Tyler" userId="0d679dc6-d022-4613-aaa8-d4a403513003" providerId="ADAL" clId="{5B1ED935-CF50-4562-B02E-D87F99769EE6}" dt="2025-07-09T21:51:20.758" v="6988" actId="1076"/>
          <ac:picMkLst>
            <pc:docMk/>
            <pc:sldMk cId="1011083799" sldId="268"/>
            <ac:picMk id="43" creationId="{BEA2FEFE-84A1-94BD-EA25-FA9E7BFE29B6}"/>
          </ac:picMkLst>
        </pc:picChg>
        <pc:picChg chg="add mod ord">
          <ac:chgData name="Seawright, Tyler" userId="0d679dc6-d022-4613-aaa8-d4a403513003" providerId="ADAL" clId="{5B1ED935-CF50-4562-B02E-D87F99769EE6}" dt="2025-07-09T21:51:20.758" v="6988" actId="1076"/>
          <ac:picMkLst>
            <pc:docMk/>
            <pc:sldMk cId="1011083799" sldId="268"/>
            <ac:picMk id="45" creationId="{7825E410-48F2-6B41-4DC7-069EA311B65F}"/>
          </ac:picMkLst>
        </pc:picChg>
        <pc:picChg chg="add mod ord">
          <ac:chgData name="Seawright, Tyler" userId="0d679dc6-d022-4613-aaa8-d4a403513003" providerId="ADAL" clId="{5B1ED935-CF50-4562-B02E-D87F99769EE6}" dt="2025-07-09T21:51:20.758" v="6988" actId="1076"/>
          <ac:picMkLst>
            <pc:docMk/>
            <pc:sldMk cId="1011083799" sldId="268"/>
            <ac:picMk id="47" creationId="{D58A43A8-D8B3-9228-ECA9-A8A595FDBCE2}"/>
          </ac:picMkLst>
        </pc:picChg>
        <pc:picChg chg="add mod">
          <ac:chgData name="Seawright, Tyler" userId="0d679dc6-d022-4613-aaa8-d4a403513003" providerId="ADAL" clId="{5B1ED935-CF50-4562-B02E-D87F99769EE6}" dt="2025-07-09T21:52:07.294" v="7010" actId="14100"/>
          <ac:picMkLst>
            <pc:docMk/>
            <pc:sldMk cId="1011083799" sldId="268"/>
            <ac:picMk id="55" creationId="{EA800C2E-1B8A-EB71-732E-43D00F73E6D6}"/>
          </ac:picMkLst>
        </pc:picChg>
        <pc:picChg chg="add mod">
          <ac:chgData name="Seawright, Tyler" userId="0d679dc6-d022-4613-aaa8-d4a403513003" providerId="ADAL" clId="{5B1ED935-CF50-4562-B02E-D87F99769EE6}" dt="2025-07-09T22:31:19.796" v="7745" actId="208"/>
          <ac:picMkLst>
            <pc:docMk/>
            <pc:sldMk cId="1011083799" sldId="268"/>
            <ac:picMk id="58" creationId="{03573D42-6B3F-4F91-08CA-BE9047AEF177}"/>
          </ac:picMkLst>
        </pc:picChg>
        <pc:picChg chg="add mod">
          <ac:chgData name="Seawright, Tyler" userId="0d679dc6-d022-4613-aaa8-d4a403513003" providerId="ADAL" clId="{5B1ED935-CF50-4562-B02E-D87F99769EE6}" dt="2025-07-09T22:31:19.796" v="7745" actId="208"/>
          <ac:picMkLst>
            <pc:docMk/>
            <pc:sldMk cId="1011083799" sldId="268"/>
            <ac:picMk id="60" creationId="{147B0109-F13E-81DB-DCE9-DD8D959D1E53}"/>
          </ac:picMkLst>
        </pc:picChg>
        <pc:picChg chg="add mod">
          <ac:chgData name="Seawright, Tyler" userId="0d679dc6-d022-4613-aaa8-d4a403513003" providerId="ADAL" clId="{5B1ED935-CF50-4562-B02E-D87F99769EE6}" dt="2025-07-09T22:31:19.796" v="7745" actId="208"/>
          <ac:picMkLst>
            <pc:docMk/>
            <pc:sldMk cId="1011083799" sldId="268"/>
            <ac:picMk id="62" creationId="{61333F21-E3AA-302B-C1C2-D84DBE5F1B04}"/>
          </ac:picMkLst>
        </pc:picChg>
        <pc:cxnChg chg="add mod">
          <ac:chgData name="Seawright, Tyler" userId="0d679dc6-d022-4613-aaa8-d4a403513003" providerId="ADAL" clId="{5B1ED935-CF50-4562-B02E-D87F99769EE6}" dt="2025-07-09T23:57:04.176" v="10069" actId="1076"/>
          <ac:cxnSpMkLst>
            <pc:docMk/>
            <pc:sldMk cId="1011083799" sldId="268"/>
            <ac:cxnSpMk id="5" creationId="{511E712A-C138-8038-3374-19393A61B14D}"/>
          </ac:cxnSpMkLst>
        </pc:cxnChg>
        <pc:cxnChg chg="add mod">
          <ac:chgData name="Seawright, Tyler" userId="0d679dc6-d022-4613-aaa8-d4a403513003" providerId="ADAL" clId="{5B1ED935-CF50-4562-B02E-D87F99769EE6}" dt="2025-07-09T23:56:43.172" v="10046" actId="1076"/>
          <ac:cxnSpMkLst>
            <pc:docMk/>
            <pc:sldMk cId="1011083799" sldId="268"/>
            <ac:cxnSpMk id="51" creationId="{3D2ED557-4B90-15CF-988F-C60B361FB15F}"/>
          </ac:cxnSpMkLst>
        </pc:cxnChg>
      </pc:sldChg>
      <pc:sldChg chg="modSp add mod modNotesTx">
        <pc:chgData name="Seawright, Tyler" userId="0d679dc6-d022-4613-aaa8-d4a403513003" providerId="ADAL" clId="{5B1ED935-CF50-4562-B02E-D87F99769EE6}" dt="2025-07-11T22:03:42.501" v="13333" actId="20577"/>
        <pc:sldMkLst>
          <pc:docMk/>
          <pc:sldMk cId="2613855173" sldId="269"/>
        </pc:sldMkLst>
        <pc:spChg chg="mod">
          <ac:chgData name="Seawright, Tyler" userId="0d679dc6-d022-4613-aaa8-d4a403513003" providerId="ADAL" clId="{5B1ED935-CF50-4562-B02E-D87F99769EE6}" dt="2025-07-08T02:12:52.609" v="801" actId="20577"/>
          <ac:spMkLst>
            <pc:docMk/>
            <pc:sldMk cId="2613855173" sldId="269"/>
            <ac:spMk id="2" creationId="{86EA6A46-4234-222F-0C22-D6D420FDC4F6}"/>
          </ac:spMkLst>
        </pc:spChg>
        <pc:spChg chg="mod">
          <ac:chgData name="Seawright, Tyler" userId="0d679dc6-d022-4613-aaa8-d4a403513003" providerId="ADAL" clId="{5B1ED935-CF50-4562-B02E-D87F99769EE6}" dt="2025-07-08T02:17:43.623" v="1420" actId="313"/>
          <ac:spMkLst>
            <pc:docMk/>
            <pc:sldMk cId="2613855173" sldId="269"/>
            <ac:spMk id="3" creationId="{2FCAC64D-AA33-84BE-90B3-DC45BC3D2A29}"/>
          </ac:spMkLst>
        </pc:spChg>
      </pc:sldChg>
      <pc:sldChg chg="modSp add mod modNotesTx">
        <pc:chgData name="Seawright, Tyler" userId="0d679dc6-d022-4613-aaa8-d4a403513003" providerId="ADAL" clId="{5B1ED935-CF50-4562-B02E-D87F99769EE6}" dt="2025-07-11T22:03:58.620" v="13382" actId="20577"/>
        <pc:sldMkLst>
          <pc:docMk/>
          <pc:sldMk cId="1848180437" sldId="270"/>
        </pc:sldMkLst>
        <pc:spChg chg="mod">
          <ac:chgData name="Seawright, Tyler" userId="0d679dc6-d022-4613-aaa8-d4a403513003" providerId="ADAL" clId="{5B1ED935-CF50-4562-B02E-D87F99769EE6}" dt="2025-07-08T02:12:57.390" v="813" actId="20577"/>
          <ac:spMkLst>
            <pc:docMk/>
            <pc:sldMk cId="1848180437" sldId="270"/>
            <ac:spMk id="2" creationId="{76338763-2418-5C27-7D2F-2C1F128BC4D8}"/>
          </ac:spMkLst>
        </pc:spChg>
        <pc:spChg chg="mod">
          <ac:chgData name="Seawright, Tyler" userId="0d679dc6-d022-4613-aaa8-d4a403513003" providerId="ADAL" clId="{5B1ED935-CF50-4562-B02E-D87F99769EE6}" dt="2025-07-09T22:29:30.670" v="7429" actId="20577"/>
          <ac:spMkLst>
            <pc:docMk/>
            <pc:sldMk cId="1848180437" sldId="270"/>
            <ac:spMk id="3" creationId="{3ECF5939-78C1-A455-96AF-D9541E90D594}"/>
          </ac:spMkLst>
        </pc:spChg>
      </pc:sldChg>
      <pc:sldChg chg="addSp delSp modSp add mod modNotesTx">
        <pc:chgData name="Seawright, Tyler" userId="0d679dc6-d022-4613-aaa8-d4a403513003" providerId="ADAL" clId="{5B1ED935-CF50-4562-B02E-D87F99769EE6}" dt="2025-07-11T21:39:39.316" v="11597" actId="20577"/>
        <pc:sldMkLst>
          <pc:docMk/>
          <pc:sldMk cId="362364476" sldId="271"/>
        </pc:sldMkLst>
        <pc:spChg chg="mod">
          <ac:chgData name="Seawright, Tyler" userId="0d679dc6-d022-4613-aaa8-d4a403513003" providerId="ADAL" clId="{5B1ED935-CF50-4562-B02E-D87F99769EE6}" dt="2025-07-11T21:19:02.806" v="10284" actId="20577"/>
          <ac:spMkLst>
            <pc:docMk/>
            <pc:sldMk cId="362364476" sldId="271"/>
            <ac:spMk id="3" creationId="{DB8E53B2-20A2-9820-871A-CB60EEA8AF10}"/>
          </ac:spMkLst>
        </pc:spChg>
      </pc:sldChg>
      <pc:sldChg chg="addSp modSp new mod modNotesTx">
        <pc:chgData name="Seawright, Tyler" userId="0d679dc6-d022-4613-aaa8-d4a403513003" providerId="ADAL" clId="{5B1ED935-CF50-4562-B02E-D87F99769EE6}" dt="2025-07-11T21:42:17.753" v="11599" actId="207"/>
        <pc:sldMkLst>
          <pc:docMk/>
          <pc:sldMk cId="845885460" sldId="272"/>
        </pc:sldMkLst>
        <pc:spChg chg="add mod">
          <ac:chgData name="Seawright, Tyler" userId="0d679dc6-d022-4613-aaa8-d4a403513003" providerId="ADAL" clId="{5B1ED935-CF50-4562-B02E-D87F99769EE6}" dt="2025-07-10T20:07:03.793" v="10227" actId="1076"/>
          <ac:spMkLst>
            <pc:docMk/>
            <pc:sldMk cId="845885460" sldId="272"/>
            <ac:spMk id="2" creationId="{A49D8863-C285-5907-C748-DF6244FE510C}"/>
          </ac:spMkLst>
        </pc:spChg>
        <pc:spChg chg="add mod">
          <ac:chgData name="Seawright, Tyler" userId="0d679dc6-d022-4613-aaa8-d4a403513003" providerId="ADAL" clId="{5B1ED935-CF50-4562-B02E-D87F99769EE6}" dt="2025-07-11T21:42:17.753" v="11599" actId="207"/>
          <ac:spMkLst>
            <pc:docMk/>
            <pc:sldMk cId="845885460" sldId="272"/>
            <ac:spMk id="3" creationId="{AF530A46-D9D6-F09D-F774-F4A103AF564B}"/>
          </ac:spMkLst>
        </pc:spChg>
        <pc:spChg chg="add mod">
          <ac:chgData name="Seawright, Tyler" userId="0d679dc6-d022-4613-aaa8-d4a403513003" providerId="ADAL" clId="{5B1ED935-CF50-4562-B02E-D87F99769EE6}" dt="2025-07-11T21:21:02.543" v="10338" actId="1076"/>
          <ac:spMkLst>
            <pc:docMk/>
            <pc:sldMk cId="845885460" sldId="272"/>
            <ac:spMk id="6" creationId="{0CFFB87C-4C45-EB85-47B9-EACB96591EFB}"/>
          </ac:spMkLst>
        </pc:spChg>
        <pc:spChg chg="add mod">
          <ac:chgData name="Seawright, Tyler" userId="0d679dc6-d022-4613-aaa8-d4a403513003" providerId="ADAL" clId="{5B1ED935-CF50-4562-B02E-D87F99769EE6}" dt="2025-07-11T21:21:16.122" v="10355" actId="20577"/>
          <ac:spMkLst>
            <pc:docMk/>
            <pc:sldMk cId="845885460" sldId="272"/>
            <ac:spMk id="10" creationId="{2B6FE0B3-0C49-731F-BE12-649AA1B00302}"/>
          </ac:spMkLst>
        </pc:spChg>
        <pc:spChg chg="add mod">
          <ac:chgData name="Seawright, Tyler" userId="0d679dc6-d022-4613-aaa8-d4a403513003" providerId="ADAL" clId="{5B1ED935-CF50-4562-B02E-D87F99769EE6}" dt="2025-07-11T21:21:28.009" v="10378" actId="14100"/>
          <ac:spMkLst>
            <pc:docMk/>
            <pc:sldMk cId="845885460" sldId="272"/>
            <ac:spMk id="12" creationId="{632028B5-C6EA-FC21-0289-50E7C3842A77}"/>
          </ac:spMkLst>
        </pc:spChg>
        <pc:spChg chg="add mod">
          <ac:chgData name="Seawright, Tyler" userId="0d679dc6-d022-4613-aaa8-d4a403513003" providerId="ADAL" clId="{5B1ED935-CF50-4562-B02E-D87F99769EE6}" dt="2025-07-11T21:21:42.169" v="10407" actId="313"/>
          <ac:spMkLst>
            <pc:docMk/>
            <pc:sldMk cId="845885460" sldId="272"/>
            <ac:spMk id="15" creationId="{B25D3313-681D-A099-A30A-45F3EDF38793}"/>
          </ac:spMkLst>
        </pc:spChg>
        <pc:spChg chg="add mod">
          <ac:chgData name="Seawright, Tyler" userId="0d679dc6-d022-4613-aaa8-d4a403513003" providerId="ADAL" clId="{5B1ED935-CF50-4562-B02E-D87F99769EE6}" dt="2025-07-11T21:22:02.403" v="10437" actId="14100"/>
          <ac:spMkLst>
            <pc:docMk/>
            <pc:sldMk cId="845885460" sldId="272"/>
            <ac:spMk id="17" creationId="{36A694BB-3ECE-2F22-068E-BF841F78E38A}"/>
          </ac:spMkLst>
        </pc:spChg>
        <pc:spChg chg="add mod">
          <ac:chgData name="Seawright, Tyler" userId="0d679dc6-d022-4613-aaa8-d4a403513003" providerId="ADAL" clId="{5B1ED935-CF50-4562-B02E-D87F99769EE6}" dt="2025-07-11T21:23:06.253" v="10462" actId="14100"/>
          <ac:spMkLst>
            <pc:docMk/>
            <pc:sldMk cId="845885460" sldId="272"/>
            <ac:spMk id="20" creationId="{97738FD4-5EC2-3531-C4FD-6E08DC968B51}"/>
          </ac:spMkLst>
        </pc:spChg>
        <pc:picChg chg="add mod">
          <ac:chgData name="Seawright, Tyler" userId="0d679dc6-d022-4613-aaa8-d4a403513003" providerId="ADAL" clId="{5B1ED935-CF50-4562-B02E-D87F99769EE6}" dt="2025-07-10T20:06:51.618" v="10224" actId="1076"/>
          <ac:picMkLst>
            <pc:docMk/>
            <pc:sldMk cId="845885460" sldId="272"/>
            <ac:picMk id="4" creationId="{7CE5ACFD-9597-C15B-2D19-764DC6D1314C}"/>
          </ac:picMkLst>
        </pc:picChg>
        <pc:cxnChg chg="add mod">
          <ac:chgData name="Seawright, Tyler" userId="0d679dc6-d022-4613-aaa8-d4a403513003" providerId="ADAL" clId="{5B1ED935-CF50-4562-B02E-D87F99769EE6}" dt="2025-07-11T21:21:08.584" v="10341" actId="14100"/>
          <ac:cxnSpMkLst>
            <pc:docMk/>
            <pc:sldMk cId="845885460" sldId="272"/>
            <ac:cxnSpMk id="5" creationId="{71F42960-B2E1-754E-3DB0-7ACD2126A838}"/>
          </ac:cxnSpMkLst>
        </pc:cxnChg>
        <pc:cxnChg chg="add mod">
          <ac:chgData name="Seawright, Tyler" userId="0d679dc6-d022-4613-aaa8-d4a403513003" providerId="ADAL" clId="{5B1ED935-CF50-4562-B02E-D87F99769EE6}" dt="2025-07-11T21:21:12.551" v="10343" actId="1076"/>
          <ac:cxnSpMkLst>
            <pc:docMk/>
            <pc:sldMk cId="845885460" sldId="272"/>
            <ac:cxnSpMk id="9" creationId="{AB766D09-B203-3F9C-A669-4DDB4A3F402A}"/>
          </ac:cxnSpMkLst>
        </pc:cxnChg>
        <pc:cxnChg chg="add mod">
          <ac:chgData name="Seawright, Tyler" userId="0d679dc6-d022-4613-aaa8-d4a403513003" providerId="ADAL" clId="{5B1ED935-CF50-4562-B02E-D87F99769EE6}" dt="2025-07-11T21:21:28.009" v="10378" actId="14100"/>
          <ac:cxnSpMkLst>
            <pc:docMk/>
            <pc:sldMk cId="845885460" sldId="272"/>
            <ac:cxnSpMk id="11" creationId="{A2C0F903-DE3D-135F-6703-B0FD3B03E603}"/>
          </ac:cxnSpMkLst>
        </pc:cxnChg>
        <pc:cxnChg chg="add mod">
          <ac:chgData name="Seawright, Tyler" userId="0d679dc6-d022-4613-aaa8-d4a403513003" providerId="ADAL" clId="{5B1ED935-CF50-4562-B02E-D87F99769EE6}" dt="2025-07-11T21:21:34.655" v="10380" actId="1076"/>
          <ac:cxnSpMkLst>
            <pc:docMk/>
            <pc:sldMk cId="845885460" sldId="272"/>
            <ac:cxnSpMk id="14" creationId="{DBBA44C3-EF16-68EA-C0A5-A34A0BA83379}"/>
          </ac:cxnSpMkLst>
        </pc:cxnChg>
        <pc:cxnChg chg="add mod">
          <ac:chgData name="Seawright, Tyler" userId="0d679dc6-d022-4613-aaa8-d4a403513003" providerId="ADAL" clId="{5B1ED935-CF50-4562-B02E-D87F99769EE6}" dt="2025-07-11T21:22:02.403" v="10437" actId="14100"/>
          <ac:cxnSpMkLst>
            <pc:docMk/>
            <pc:sldMk cId="845885460" sldId="272"/>
            <ac:cxnSpMk id="16" creationId="{3335F94D-D044-83EE-C01E-5BA8B2C5F73C}"/>
          </ac:cxnSpMkLst>
        </pc:cxnChg>
        <pc:cxnChg chg="add mod">
          <ac:chgData name="Seawright, Tyler" userId="0d679dc6-d022-4613-aaa8-d4a403513003" providerId="ADAL" clId="{5B1ED935-CF50-4562-B02E-D87F99769EE6}" dt="2025-07-11T21:22:35.661" v="10455" actId="14100"/>
          <ac:cxnSpMkLst>
            <pc:docMk/>
            <pc:sldMk cId="845885460" sldId="272"/>
            <ac:cxnSpMk id="19" creationId="{0AE9105D-7387-92BB-6AE7-B4EEF6663AEE}"/>
          </ac:cxnSpMkLst>
        </pc:cxnChg>
      </pc:sldChg>
      <pc:sldChg chg="addSp delSp modSp add mod modNotesTx">
        <pc:chgData name="Seawright, Tyler" userId="0d679dc6-d022-4613-aaa8-d4a403513003" providerId="ADAL" clId="{5B1ED935-CF50-4562-B02E-D87F99769EE6}" dt="2025-07-11T22:07:34.803" v="13384" actId="1076"/>
        <pc:sldMkLst>
          <pc:docMk/>
          <pc:sldMk cId="1720981873" sldId="273"/>
        </pc:sldMkLst>
        <pc:spChg chg="mod">
          <ac:chgData name="Seawright, Tyler" userId="0d679dc6-d022-4613-aaa8-d4a403513003" providerId="ADAL" clId="{5B1ED935-CF50-4562-B02E-D87F99769EE6}" dt="2025-07-08T20:22:14.119" v="5818" actId="20577"/>
          <ac:spMkLst>
            <pc:docMk/>
            <pc:sldMk cId="1720981873" sldId="273"/>
            <ac:spMk id="2" creationId="{0C9B1509-AA74-9948-6669-30E3BB392739}"/>
          </ac:spMkLst>
        </pc:spChg>
        <pc:spChg chg="add mod">
          <ac:chgData name="Seawright, Tyler" userId="0d679dc6-d022-4613-aaa8-d4a403513003" providerId="ADAL" clId="{5B1ED935-CF50-4562-B02E-D87F99769EE6}" dt="2025-07-11T21:16:34.805" v="10276" actId="20577"/>
          <ac:spMkLst>
            <pc:docMk/>
            <pc:sldMk cId="1720981873" sldId="273"/>
            <ac:spMk id="3" creationId="{208A67D6-2F7D-305E-EBBD-482FDF8FA089}"/>
          </ac:spMkLst>
        </pc:spChg>
        <pc:spChg chg="add mod">
          <ac:chgData name="Seawright, Tyler" userId="0d679dc6-d022-4613-aaa8-d4a403513003" providerId="ADAL" clId="{5B1ED935-CF50-4562-B02E-D87F99769EE6}" dt="2025-07-11T22:07:34.803" v="13384" actId="1076"/>
          <ac:spMkLst>
            <pc:docMk/>
            <pc:sldMk cId="1720981873" sldId="273"/>
            <ac:spMk id="4" creationId="{B8CC7F24-9B32-47B2-3ACF-C57FE9D80EEE}"/>
          </ac:spMkLst>
        </pc:spChg>
        <pc:spChg chg="mod">
          <ac:chgData name="Seawright, Tyler" userId="0d679dc6-d022-4613-aaa8-d4a403513003" providerId="ADAL" clId="{5B1ED935-CF50-4562-B02E-D87F99769EE6}" dt="2025-07-09T22:35:14.002" v="8088" actId="20577"/>
          <ac:spMkLst>
            <pc:docMk/>
            <pc:sldMk cId="1720981873" sldId="273"/>
            <ac:spMk id="6" creationId="{69E1AE9E-4A15-9154-CE65-16C259BCB1E0}"/>
          </ac:spMkLst>
        </pc:spChg>
        <pc:spChg chg="mod topLvl">
          <ac:chgData name="Seawright, Tyler" userId="0d679dc6-d022-4613-aaa8-d4a403513003" providerId="ADAL" clId="{5B1ED935-CF50-4562-B02E-D87F99769EE6}" dt="2025-07-08T20:36:44.895" v="6008" actId="403"/>
          <ac:spMkLst>
            <pc:docMk/>
            <pc:sldMk cId="1720981873" sldId="273"/>
            <ac:spMk id="16" creationId="{A5C919FE-389B-83C7-73B2-C35CF8E039F8}"/>
          </ac:spMkLst>
        </pc:spChg>
        <pc:spChg chg="mod topLvl">
          <ac:chgData name="Seawright, Tyler" userId="0d679dc6-d022-4613-aaa8-d4a403513003" providerId="ADAL" clId="{5B1ED935-CF50-4562-B02E-D87F99769EE6}" dt="2025-07-08T20:48:13.134" v="6208" actId="165"/>
          <ac:spMkLst>
            <pc:docMk/>
            <pc:sldMk cId="1720981873" sldId="273"/>
            <ac:spMk id="17" creationId="{4E546854-1897-1092-7380-5A4E8558E13C}"/>
          </ac:spMkLst>
        </pc:spChg>
        <pc:spChg chg="mod topLvl">
          <ac:chgData name="Seawright, Tyler" userId="0d679dc6-d022-4613-aaa8-d4a403513003" providerId="ADAL" clId="{5B1ED935-CF50-4562-B02E-D87F99769EE6}" dt="2025-07-08T20:48:17.796" v="6209" actId="164"/>
          <ac:spMkLst>
            <pc:docMk/>
            <pc:sldMk cId="1720981873" sldId="273"/>
            <ac:spMk id="18" creationId="{0A8DEF6F-7198-EFE9-36C0-68EB181915CC}"/>
          </ac:spMkLst>
        </pc:spChg>
        <pc:spChg chg="mod topLvl">
          <ac:chgData name="Seawright, Tyler" userId="0d679dc6-d022-4613-aaa8-d4a403513003" providerId="ADAL" clId="{5B1ED935-CF50-4562-B02E-D87F99769EE6}" dt="2025-07-08T20:48:13.134" v="6208" actId="165"/>
          <ac:spMkLst>
            <pc:docMk/>
            <pc:sldMk cId="1720981873" sldId="273"/>
            <ac:spMk id="35" creationId="{27834E72-FE73-B516-057F-182CBCCA9E2E}"/>
          </ac:spMkLst>
        </pc:spChg>
        <pc:spChg chg="add mod topLvl">
          <ac:chgData name="Seawright, Tyler" userId="0d679dc6-d022-4613-aaa8-d4a403513003" providerId="ADAL" clId="{5B1ED935-CF50-4562-B02E-D87F99769EE6}" dt="2025-07-08T20:48:17.796" v="6209" actId="164"/>
          <ac:spMkLst>
            <pc:docMk/>
            <pc:sldMk cId="1720981873" sldId="273"/>
            <ac:spMk id="44" creationId="{0DD700BC-EFA8-77D7-568A-556CED4C4936}"/>
          </ac:spMkLst>
        </pc:spChg>
        <pc:spChg chg="add mod topLvl">
          <ac:chgData name="Seawright, Tyler" userId="0d679dc6-d022-4613-aaa8-d4a403513003" providerId="ADAL" clId="{5B1ED935-CF50-4562-B02E-D87F99769EE6}" dt="2025-07-08T20:48:17.796" v="6209" actId="164"/>
          <ac:spMkLst>
            <pc:docMk/>
            <pc:sldMk cId="1720981873" sldId="273"/>
            <ac:spMk id="45" creationId="{ED59B5A6-2979-80AE-1AF3-D0C09E187E1E}"/>
          </ac:spMkLst>
        </pc:spChg>
        <pc:spChg chg="add mod topLvl">
          <ac:chgData name="Seawright, Tyler" userId="0d679dc6-d022-4613-aaa8-d4a403513003" providerId="ADAL" clId="{5B1ED935-CF50-4562-B02E-D87F99769EE6}" dt="2025-07-09T22:36:43.427" v="8133" actId="1076"/>
          <ac:spMkLst>
            <pc:docMk/>
            <pc:sldMk cId="1720981873" sldId="273"/>
            <ac:spMk id="77" creationId="{29781DF3-B088-4B73-B81E-C502511D4F07}"/>
          </ac:spMkLst>
        </pc:spChg>
        <pc:spChg chg="add mod topLvl">
          <ac:chgData name="Seawright, Tyler" userId="0d679dc6-d022-4613-aaa8-d4a403513003" providerId="ADAL" clId="{5B1ED935-CF50-4562-B02E-D87F99769EE6}" dt="2025-07-09T23:54:45.853" v="10036" actId="20577"/>
          <ac:spMkLst>
            <pc:docMk/>
            <pc:sldMk cId="1720981873" sldId="273"/>
            <ac:spMk id="78" creationId="{4FD3711C-A566-35B5-29DF-1FBF2807F7E5}"/>
          </ac:spMkLst>
        </pc:spChg>
        <pc:spChg chg="add mod topLvl">
          <ac:chgData name="Seawright, Tyler" userId="0d679dc6-d022-4613-aaa8-d4a403513003" providerId="ADAL" clId="{5B1ED935-CF50-4562-B02E-D87F99769EE6}" dt="2025-07-08T20:47:44.467" v="6203" actId="14100"/>
          <ac:spMkLst>
            <pc:docMk/>
            <pc:sldMk cId="1720981873" sldId="273"/>
            <ac:spMk id="81" creationId="{3D63165D-A34E-9531-7DEE-A38932D19AB2}"/>
          </ac:spMkLst>
        </pc:spChg>
        <pc:spChg chg="add mod topLvl">
          <ac:chgData name="Seawright, Tyler" userId="0d679dc6-d022-4613-aaa8-d4a403513003" providerId="ADAL" clId="{5B1ED935-CF50-4562-B02E-D87F99769EE6}" dt="2025-07-08T20:48:17.796" v="6209" actId="164"/>
          <ac:spMkLst>
            <pc:docMk/>
            <pc:sldMk cId="1720981873" sldId="273"/>
            <ac:spMk id="82" creationId="{31CB83EF-A42B-66A7-0324-1EC16E369DD5}"/>
          </ac:spMkLst>
        </pc:spChg>
        <pc:spChg chg="add mod topLvl">
          <ac:chgData name="Seawright, Tyler" userId="0d679dc6-d022-4613-aaa8-d4a403513003" providerId="ADAL" clId="{5B1ED935-CF50-4562-B02E-D87F99769EE6}" dt="2025-07-08T20:48:17.796" v="6209" actId="164"/>
          <ac:spMkLst>
            <pc:docMk/>
            <pc:sldMk cId="1720981873" sldId="273"/>
            <ac:spMk id="84" creationId="{5CEDD6F1-D36E-011B-6E13-2BDA3233A6AF}"/>
          </ac:spMkLst>
        </pc:spChg>
        <pc:spChg chg="add mod topLvl">
          <ac:chgData name="Seawright, Tyler" userId="0d679dc6-d022-4613-aaa8-d4a403513003" providerId="ADAL" clId="{5B1ED935-CF50-4562-B02E-D87F99769EE6}" dt="2025-07-08T20:48:13.134" v="6208" actId="165"/>
          <ac:spMkLst>
            <pc:docMk/>
            <pc:sldMk cId="1720981873" sldId="273"/>
            <ac:spMk id="85" creationId="{FA2B54AC-845D-8DF5-E9FE-69077DEEAC35}"/>
          </ac:spMkLst>
        </pc:spChg>
        <pc:spChg chg="add mod">
          <ac:chgData name="Seawright, Tyler" userId="0d679dc6-d022-4613-aaa8-d4a403513003" providerId="ADAL" clId="{5B1ED935-CF50-4562-B02E-D87F99769EE6}" dt="2025-07-08T20:48:17.796" v="6209" actId="164"/>
          <ac:spMkLst>
            <pc:docMk/>
            <pc:sldMk cId="1720981873" sldId="273"/>
            <ac:spMk id="87" creationId="{9139ED13-A80B-6F53-9B55-303EB70CD29A}"/>
          </ac:spMkLst>
        </pc:spChg>
        <pc:spChg chg="add mod">
          <ac:chgData name="Seawright, Tyler" userId="0d679dc6-d022-4613-aaa8-d4a403513003" providerId="ADAL" clId="{5B1ED935-CF50-4562-B02E-D87F99769EE6}" dt="2025-07-08T20:48:17.796" v="6209" actId="164"/>
          <ac:spMkLst>
            <pc:docMk/>
            <pc:sldMk cId="1720981873" sldId="273"/>
            <ac:spMk id="88" creationId="{093602A2-63CD-0D5F-9EBC-216647172978}"/>
          </ac:spMkLst>
        </pc:spChg>
        <pc:spChg chg="add mod">
          <ac:chgData name="Seawright, Tyler" userId="0d679dc6-d022-4613-aaa8-d4a403513003" providerId="ADAL" clId="{5B1ED935-CF50-4562-B02E-D87F99769EE6}" dt="2025-07-08T20:48:17.796" v="6209" actId="164"/>
          <ac:spMkLst>
            <pc:docMk/>
            <pc:sldMk cId="1720981873" sldId="273"/>
            <ac:spMk id="89" creationId="{95720ACE-E9A9-5811-A637-EF6EB41FE7D0}"/>
          </ac:spMkLst>
        </pc:spChg>
        <pc:spChg chg="add mod">
          <ac:chgData name="Seawright, Tyler" userId="0d679dc6-d022-4613-aaa8-d4a403513003" providerId="ADAL" clId="{5B1ED935-CF50-4562-B02E-D87F99769EE6}" dt="2025-07-09T22:37:21.911" v="8136" actId="14100"/>
          <ac:spMkLst>
            <pc:docMk/>
            <pc:sldMk cId="1720981873" sldId="273"/>
            <ac:spMk id="90" creationId="{156DEB5D-4A0C-B2AD-709A-81F14A82B678}"/>
          </ac:spMkLst>
        </pc:spChg>
        <pc:grpChg chg="add mod">
          <ac:chgData name="Seawright, Tyler" userId="0d679dc6-d022-4613-aaa8-d4a403513003" providerId="ADAL" clId="{5B1ED935-CF50-4562-B02E-D87F99769EE6}" dt="2025-07-08T20:34:51.206" v="5979" actId="1076"/>
          <ac:grpSpMkLst>
            <pc:docMk/>
            <pc:sldMk cId="1720981873" sldId="273"/>
            <ac:grpSpMk id="49" creationId="{644C61AD-3045-18EA-A91D-294259C4CCD4}"/>
          </ac:grpSpMkLst>
        </pc:grpChg>
        <pc:grpChg chg="mod">
          <ac:chgData name="Seawright, Tyler" userId="0d679dc6-d022-4613-aaa8-d4a403513003" providerId="ADAL" clId="{5B1ED935-CF50-4562-B02E-D87F99769EE6}" dt="2025-07-08T20:48:20.626" v="6210" actId="1076"/>
          <ac:grpSpMkLst>
            <pc:docMk/>
            <pc:sldMk cId="1720981873" sldId="273"/>
            <ac:grpSpMk id="91" creationId="{31B0B7B6-6AE5-C69A-1C2F-0AAE8CC2786F}"/>
          </ac:grpSpMkLst>
        </pc:grpChg>
        <pc:graphicFrameChg chg="add mod modGraphic">
          <ac:chgData name="Seawright, Tyler" userId="0d679dc6-d022-4613-aaa8-d4a403513003" providerId="ADAL" clId="{5B1ED935-CF50-4562-B02E-D87F99769EE6}" dt="2025-07-09T23:54:47.287" v="10037" actId="20577"/>
          <ac:graphicFrameMkLst>
            <pc:docMk/>
            <pc:sldMk cId="1720981873" sldId="273"/>
            <ac:graphicFrameMk id="11" creationId="{45D7B168-6ACB-91BA-2BE1-DF5352568201}"/>
          </ac:graphicFrameMkLst>
        </pc:graphicFrameChg>
        <pc:cxnChg chg="mod topLvl">
          <ac:chgData name="Seawright, Tyler" userId="0d679dc6-d022-4613-aaa8-d4a403513003" providerId="ADAL" clId="{5B1ED935-CF50-4562-B02E-D87F99769EE6}" dt="2025-07-08T20:34:51.206" v="5979" actId="1076"/>
          <ac:cxnSpMkLst>
            <pc:docMk/>
            <pc:sldMk cId="1720981873" sldId="273"/>
            <ac:cxnSpMk id="13" creationId="{052E844A-5CF7-4153-E226-DC3773AC2CD9}"/>
          </ac:cxnSpMkLst>
        </pc:cxnChg>
        <pc:cxnChg chg="mod topLvl">
          <ac:chgData name="Seawright, Tyler" userId="0d679dc6-d022-4613-aaa8-d4a403513003" providerId="ADAL" clId="{5B1ED935-CF50-4562-B02E-D87F99769EE6}" dt="2025-07-08T20:33:21.074" v="5951" actId="165"/>
          <ac:cxnSpMkLst>
            <pc:docMk/>
            <pc:sldMk cId="1720981873" sldId="273"/>
            <ac:cxnSpMk id="14" creationId="{17B0E2D9-C50A-6033-9A13-6BDC47DF0DA7}"/>
          </ac:cxnSpMkLst>
        </pc:cxnChg>
        <pc:cxnChg chg="mod topLvl">
          <ac:chgData name="Seawright, Tyler" userId="0d679dc6-d022-4613-aaa8-d4a403513003" providerId="ADAL" clId="{5B1ED935-CF50-4562-B02E-D87F99769EE6}" dt="2025-07-08T20:30:01.978" v="5879" actId="1582"/>
          <ac:cxnSpMkLst>
            <pc:docMk/>
            <pc:sldMk cId="1720981873" sldId="273"/>
            <ac:cxnSpMk id="15" creationId="{7E0ADD43-C1F2-6AD3-30BE-5FE37FB1EE6A}"/>
          </ac:cxnSpMkLst>
        </pc:cxnChg>
        <pc:cxnChg chg="mod topLvl">
          <ac:chgData name="Seawright, Tyler" userId="0d679dc6-d022-4613-aaa8-d4a403513003" providerId="ADAL" clId="{5B1ED935-CF50-4562-B02E-D87F99769EE6}" dt="2025-07-08T20:33:21.074" v="5951" actId="165"/>
          <ac:cxnSpMkLst>
            <pc:docMk/>
            <pc:sldMk cId="1720981873" sldId="273"/>
            <ac:cxnSpMk id="31" creationId="{43A97218-97EF-CA03-8EEF-455B8AFE8FB4}"/>
          </ac:cxnSpMkLst>
        </pc:cxnChg>
        <pc:cxnChg chg="mod topLvl">
          <ac:chgData name="Seawright, Tyler" userId="0d679dc6-d022-4613-aaa8-d4a403513003" providerId="ADAL" clId="{5B1ED935-CF50-4562-B02E-D87F99769EE6}" dt="2025-07-08T20:30:06.457" v="5880" actId="165"/>
          <ac:cxnSpMkLst>
            <pc:docMk/>
            <pc:sldMk cId="1720981873" sldId="273"/>
            <ac:cxnSpMk id="32" creationId="{9E3B85D2-B8ED-A72A-69E3-4C6D10F9A9A6}"/>
          </ac:cxnSpMkLst>
        </pc:cxnChg>
        <pc:cxnChg chg="mod topLvl">
          <ac:chgData name="Seawright, Tyler" userId="0d679dc6-d022-4613-aaa8-d4a403513003" providerId="ADAL" clId="{5B1ED935-CF50-4562-B02E-D87F99769EE6}" dt="2025-07-08T20:30:06.457" v="5880" actId="165"/>
          <ac:cxnSpMkLst>
            <pc:docMk/>
            <pc:sldMk cId="1720981873" sldId="273"/>
            <ac:cxnSpMk id="33" creationId="{B64CC9F0-5605-8E6A-7FA6-C4B5F013AD53}"/>
          </ac:cxnSpMkLst>
        </pc:cxnChg>
        <pc:cxnChg chg="add mod">
          <ac:chgData name="Seawright, Tyler" userId="0d679dc6-d022-4613-aaa8-d4a403513003" providerId="ADAL" clId="{5B1ED935-CF50-4562-B02E-D87F99769EE6}" dt="2025-07-08T20:30:01.978" v="5879" actId="1582"/>
          <ac:cxnSpMkLst>
            <pc:docMk/>
            <pc:sldMk cId="1720981873" sldId="273"/>
            <ac:cxnSpMk id="41" creationId="{C0D4E969-EB2F-4902-8FF2-BFDB15C6A5CC}"/>
          </ac:cxnSpMkLst>
        </pc:cxnChg>
        <pc:cxnChg chg="add mod">
          <ac:chgData name="Seawright, Tyler" userId="0d679dc6-d022-4613-aaa8-d4a403513003" providerId="ADAL" clId="{5B1ED935-CF50-4562-B02E-D87F99769EE6}" dt="2025-07-09T22:36:36.143" v="8132" actId="1076"/>
          <ac:cxnSpMkLst>
            <pc:docMk/>
            <pc:sldMk cId="1720981873" sldId="273"/>
            <ac:cxnSpMk id="46" creationId="{E559D7F1-79F4-CD31-3657-8C9A5D4C0F6F}"/>
          </ac:cxnSpMkLst>
        </pc:cxnChg>
        <pc:cxnChg chg="add mod">
          <ac:chgData name="Seawright, Tyler" userId="0d679dc6-d022-4613-aaa8-d4a403513003" providerId="ADAL" clId="{5B1ED935-CF50-4562-B02E-D87F99769EE6}" dt="2025-07-09T22:36:36.143" v="8132" actId="1076"/>
          <ac:cxnSpMkLst>
            <pc:docMk/>
            <pc:sldMk cId="1720981873" sldId="273"/>
            <ac:cxnSpMk id="47" creationId="{AE271615-E657-714E-6F43-1E63D56360C5}"/>
          </ac:cxnSpMkLst>
        </pc:cxnChg>
        <pc:cxnChg chg="add mod">
          <ac:chgData name="Seawright, Tyler" userId="0d679dc6-d022-4613-aaa8-d4a403513003" providerId="ADAL" clId="{5B1ED935-CF50-4562-B02E-D87F99769EE6}" dt="2025-07-09T22:36:36.143" v="8132" actId="1076"/>
          <ac:cxnSpMkLst>
            <pc:docMk/>
            <pc:sldMk cId="1720981873" sldId="273"/>
            <ac:cxnSpMk id="48" creationId="{B8468002-5C54-88E9-68CB-7CF5EB3C47C0}"/>
          </ac:cxnSpMkLst>
        </pc:cxnChg>
        <pc:cxnChg chg="add mod">
          <ac:chgData name="Seawright, Tyler" userId="0d679dc6-d022-4613-aaa8-d4a403513003" providerId="ADAL" clId="{5B1ED935-CF50-4562-B02E-D87F99769EE6}" dt="2025-07-08T20:33:41.708" v="5958" actId="14100"/>
          <ac:cxnSpMkLst>
            <pc:docMk/>
            <pc:sldMk cId="1720981873" sldId="273"/>
            <ac:cxnSpMk id="58" creationId="{C35FBD08-C721-CCF1-A571-FF86BF606CF6}"/>
          </ac:cxnSpMkLst>
        </pc:cxnChg>
        <pc:cxnChg chg="add mod">
          <ac:chgData name="Seawright, Tyler" userId="0d679dc6-d022-4613-aaa8-d4a403513003" providerId="ADAL" clId="{5B1ED935-CF50-4562-B02E-D87F99769EE6}" dt="2025-07-08T20:33:35.434" v="5956" actId="208"/>
          <ac:cxnSpMkLst>
            <pc:docMk/>
            <pc:sldMk cId="1720981873" sldId="273"/>
            <ac:cxnSpMk id="73" creationId="{F58D20D3-8873-5590-DF9E-A99D604F6A6C}"/>
          </ac:cxnSpMkLst>
        </pc:cxnChg>
      </pc:sldChg>
      <pc:sldChg chg="addSp delSp modSp add mod modNotesTx">
        <pc:chgData name="Seawright, Tyler" userId="0d679dc6-d022-4613-aaa8-d4a403513003" providerId="ADAL" clId="{5B1ED935-CF50-4562-B02E-D87F99769EE6}" dt="2025-07-11T21:56:11.606" v="12853" actId="20577"/>
        <pc:sldMkLst>
          <pc:docMk/>
          <pc:sldMk cId="3379577272" sldId="274"/>
        </pc:sldMkLst>
        <pc:spChg chg="mod">
          <ac:chgData name="Seawright, Tyler" userId="0d679dc6-d022-4613-aaa8-d4a403513003" providerId="ADAL" clId="{5B1ED935-CF50-4562-B02E-D87F99769EE6}" dt="2025-07-09T22:50:47.203" v="8653" actId="20577"/>
          <ac:spMkLst>
            <pc:docMk/>
            <pc:sldMk cId="3379577272" sldId="274"/>
            <ac:spMk id="2" creationId="{A633DF38-63FB-5EF3-57C8-F6C88B4CC5FD}"/>
          </ac:spMkLst>
        </pc:spChg>
        <pc:spChg chg="add mod">
          <ac:chgData name="Seawright, Tyler" userId="0d679dc6-d022-4613-aaa8-d4a403513003" providerId="ADAL" clId="{5B1ED935-CF50-4562-B02E-D87F99769EE6}" dt="2025-07-09T22:51:34.411" v="8688" actId="1076"/>
          <ac:spMkLst>
            <pc:docMk/>
            <pc:sldMk cId="3379577272" sldId="274"/>
            <ac:spMk id="3" creationId="{82471BA4-79DB-BDDF-D695-04512F5F93D2}"/>
          </ac:spMkLst>
        </pc:spChg>
        <pc:spChg chg="add mod">
          <ac:chgData name="Seawright, Tyler" userId="0d679dc6-d022-4613-aaa8-d4a403513003" providerId="ADAL" clId="{5B1ED935-CF50-4562-B02E-D87F99769EE6}" dt="2025-07-09T22:51:37.407" v="8691" actId="1076"/>
          <ac:spMkLst>
            <pc:docMk/>
            <pc:sldMk cId="3379577272" sldId="274"/>
            <ac:spMk id="4" creationId="{ADAB23B9-C712-4CF2-63F7-F843C027E753}"/>
          </ac:spMkLst>
        </pc:spChg>
        <pc:spChg chg="add mod">
          <ac:chgData name="Seawright, Tyler" userId="0d679dc6-d022-4613-aaa8-d4a403513003" providerId="ADAL" clId="{5B1ED935-CF50-4562-B02E-D87F99769EE6}" dt="2025-07-09T22:51:45.147" v="8697" actId="1076"/>
          <ac:spMkLst>
            <pc:docMk/>
            <pc:sldMk cId="3379577272" sldId="274"/>
            <ac:spMk id="8" creationId="{5CDCCCCD-A0D1-DEDA-A651-C4559AD9E304}"/>
          </ac:spMkLst>
        </pc:spChg>
        <pc:picChg chg="mod">
          <ac:chgData name="Seawright, Tyler" userId="0d679dc6-d022-4613-aaa8-d4a403513003" providerId="ADAL" clId="{5B1ED935-CF50-4562-B02E-D87F99769EE6}" dt="2025-07-09T22:50:51.627" v="8654" actId="1076"/>
          <ac:picMkLst>
            <pc:docMk/>
            <pc:sldMk cId="3379577272" sldId="274"/>
            <ac:picMk id="5" creationId="{F32B8468-35DA-6689-9413-491A6113DBD5}"/>
          </ac:picMkLst>
        </pc:picChg>
        <pc:picChg chg="mod">
          <ac:chgData name="Seawright, Tyler" userId="0d679dc6-d022-4613-aaa8-d4a403513003" providerId="ADAL" clId="{5B1ED935-CF50-4562-B02E-D87F99769EE6}" dt="2025-07-09T22:50:51.627" v="8654" actId="1076"/>
          <ac:picMkLst>
            <pc:docMk/>
            <pc:sldMk cId="3379577272" sldId="274"/>
            <ac:picMk id="6" creationId="{35B7CBDD-ABB7-0AE4-2C8A-45C3899BEC7B}"/>
          </ac:picMkLst>
        </pc:picChg>
        <pc:picChg chg="mod">
          <ac:chgData name="Seawright, Tyler" userId="0d679dc6-d022-4613-aaa8-d4a403513003" providerId="ADAL" clId="{5B1ED935-CF50-4562-B02E-D87F99769EE6}" dt="2025-07-09T22:50:51.627" v="8654" actId="1076"/>
          <ac:picMkLst>
            <pc:docMk/>
            <pc:sldMk cId="3379577272" sldId="274"/>
            <ac:picMk id="7" creationId="{BB86588A-DEC4-8683-5DFD-BD5F970E90D7}"/>
          </ac:picMkLst>
        </pc:picChg>
      </pc:sldChg>
      <pc:sldChg chg="addSp delSp modSp add mod modNotesTx">
        <pc:chgData name="Seawright, Tyler" userId="0d679dc6-d022-4613-aaa8-d4a403513003" providerId="ADAL" clId="{5B1ED935-CF50-4562-B02E-D87F99769EE6}" dt="2025-07-09T23:57:56.364" v="10083" actId="20577"/>
        <pc:sldMkLst>
          <pc:docMk/>
          <pc:sldMk cId="2984351581" sldId="275"/>
        </pc:sldMkLst>
        <pc:spChg chg="mod">
          <ac:chgData name="Seawright, Tyler" userId="0d679dc6-d022-4613-aaa8-d4a403513003" providerId="ADAL" clId="{5B1ED935-CF50-4562-B02E-D87F99769EE6}" dt="2025-07-09T22:52:32.965" v="8715" actId="20577"/>
          <ac:spMkLst>
            <pc:docMk/>
            <pc:sldMk cId="2984351581" sldId="275"/>
            <ac:spMk id="2" creationId="{33A4601F-6CEB-108B-8692-AE828A627D10}"/>
          </ac:spMkLst>
        </pc:spChg>
        <pc:picChg chg="add mod">
          <ac:chgData name="Seawright, Tyler" userId="0d679dc6-d022-4613-aaa8-d4a403513003" providerId="ADAL" clId="{5B1ED935-CF50-4562-B02E-D87F99769EE6}" dt="2025-07-09T22:52:09.774" v="8702" actId="14100"/>
          <ac:picMkLst>
            <pc:docMk/>
            <pc:sldMk cId="2984351581" sldId="275"/>
            <ac:picMk id="9" creationId="{4B358B8E-1842-703D-BE5A-121E2E8EC493}"/>
          </ac:picMkLst>
        </pc:picChg>
        <pc:picChg chg="add mod">
          <ac:chgData name="Seawright, Tyler" userId="0d679dc6-d022-4613-aaa8-d4a403513003" providerId="ADAL" clId="{5B1ED935-CF50-4562-B02E-D87F99769EE6}" dt="2025-07-09T22:52:16.386" v="8706" actId="14100"/>
          <ac:picMkLst>
            <pc:docMk/>
            <pc:sldMk cId="2984351581" sldId="275"/>
            <ac:picMk id="10" creationId="{D319FB95-9023-E5F4-9740-41F8CA1B8D9D}"/>
          </ac:picMkLst>
        </pc:picChg>
        <pc:picChg chg="add mod">
          <ac:chgData name="Seawright, Tyler" userId="0d679dc6-d022-4613-aaa8-d4a403513003" providerId="ADAL" clId="{5B1ED935-CF50-4562-B02E-D87F99769EE6}" dt="2025-07-09T22:52:23.411" v="8708" actId="14100"/>
          <ac:picMkLst>
            <pc:docMk/>
            <pc:sldMk cId="2984351581" sldId="275"/>
            <ac:picMk id="11" creationId="{9598EA90-7E7B-CEAA-651D-767A558D6EF6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363503241358605"/>
          <c:y val="5.3582159438031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50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Pie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EA43-4C4B-B0AD-EE987C0C6C6D}"/>
              </c:ext>
            </c:extLst>
          </c:dPt>
          <c:dPt>
            <c:idx val="1"/>
            <c:bubble3D val="0"/>
            <c:spPr>
              <a:solidFill>
                <a:schemeClr val="bg2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A43-4C4B-B0AD-EE987C0C6C6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A43-4C4B-B0AD-EE987C0C6C6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A43-4C4B-B0AD-EE987C0C6C6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EA43-4C4B-B0AD-EE987C0C6C6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A43-4C4B-B0AD-EE987C0C6C6D}"/>
              </c:ext>
            </c:extLst>
          </c:dPt>
          <c:dLbls>
            <c:dLbl>
              <c:idx val="0"/>
              <c:layout>
                <c:manualLayout>
                  <c:x val="-0.16562801709948233"/>
                  <c:y val="2.2813683659434522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A43-4C4B-B0AD-EE987C0C6C6D}"/>
                </c:ext>
              </c:extLst>
            </c:dLbl>
            <c:dLbl>
              <c:idx val="1"/>
              <c:layout>
                <c:manualLayout>
                  <c:x val="-0.1120916883400537"/>
                  <c:y val="-4.8930869400062214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A43-4C4B-B0AD-EE987C0C6C6D}"/>
                </c:ext>
              </c:extLst>
            </c:dLbl>
            <c:dLbl>
              <c:idx val="2"/>
              <c:layout>
                <c:manualLayout>
                  <c:x val="-0.11376469861378584"/>
                  <c:y val="-0.12351764835140933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A43-4C4B-B0AD-EE987C0C6C6D}"/>
                </c:ext>
              </c:extLst>
            </c:dLbl>
            <c:dLbl>
              <c:idx val="3"/>
              <c:layout>
                <c:manualLayout>
                  <c:x val="0.11711071916125013"/>
                  <c:y val="-0.11913812577704747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A43-4C4B-B0AD-EE987C0C6C6D}"/>
                </c:ext>
              </c:extLst>
            </c:dLbl>
            <c:dLbl>
              <c:idx val="4"/>
              <c:layout>
                <c:manualLayout>
                  <c:x val="5.0190308211964345E-2"/>
                  <c:y val="0.25171320008714587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A43-4C4B-B0AD-EE987C0C6C6D}"/>
                </c:ext>
              </c:extLst>
            </c:dLbl>
            <c:dLbl>
              <c:idx val="5"/>
              <c:layout>
                <c:manualLayout>
                  <c:x val="-0.19239618147919668"/>
                  <c:y val="7.2950004377805119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A43-4C4B-B0AD-EE987C0C6C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Mary</c:v>
                </c:pt>
                <c:pt idx="1">
                  <c:v>Sue</c:v>
                </c:pt>
                <c:pt idx="2">
                  <c:v>Timothy</c:v>
                </c:pt>
                <c:pt idx="3">
                  <c:v>Dylan</c:v>
                </c:pt>
                <c:pt idx="4">
                  <c:v>Anthony</c:v>
                </c:pt>
                <c:pt idx="5">
                  <c:v>Janet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5</c:v>
                </c:pt>
                <c:pt idx="2">
                  <c:v>5</c:v>
                </c:pt>
                <c:pt idx="3">
                  <c:v>25</c:v>
                </c:pt>
                <c:pt idx="4">
                  <c:v>15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43-4C4B-B0AD-EE987C0C6C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25"/>
        <c:holeSize val="7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AB3A4B-5AC5-4581-8857-40BFCF7CB77E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D2683-2F14-40D0-B9AC-CF92D32CB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790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Error budgets are one of the last requests the typical engineer wants to hear, but why?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Budget is associated with the stress of deciding what to do with a scarce resource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Without a good budget, systems don’t operate as intended whether it is tracking calories, planning monthly finances, or developing a precision machine.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look to the GUM for guidance on error budgets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508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0374E-5D0E-E0E8-8EB1-6EE6231C3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8BF19F-805D-4DBD-CFE6-DD8E379C66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BCB12-4A7A-3CD6-51DB-93A6D3B42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After addressing why each person needed specific quantities, the allocation of the pie can be determined.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Error budgets apportion total error to identified sources to drive design decisions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Good error budgets identify the sources the system is most sensitive to such as Dylan, who needs to maintain a daily calorie intake and consumes the largest portion of the pie.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2F0D2-CEAE-1AA8-45E6-485A6B2434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545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B5020-93A3-9998-B7A6-CE5A4BAE6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B26197-6ABB-60B6-3F16-EAE69F5B1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32F9B7-8E01-3621-150D-080B06726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Coupled error propagates through stacks of parts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3D stacks are challenging to model when considering stacking abbe error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this 2D case, you could use trigonometry to solve in your head, but moving to 3D or to multiple parts becomes more challenging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36B10-797B-806E-5836-6259BFCE05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543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5EB3F-0B86-34FD-7649-7B5F84D66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C1E77-9A12-96E9-BCF6-1E2867320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C3AF43-47D7-9825-71F8-F933FB597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 + </a:t>
            </a:r>
            <a:r>
              <a:rPr lang="en-US" dirty="0" err="1"/>
              <a:t>Nsigma</a:t>
            </a:r>
            <a:r>
              <a:rPr lang="en-US" dirty="0"/>
              <a:t> analysis provides a realistic distribution of many built systems because what is “worst case” when you have many parts assembled? RSS works for 1D, but not well for 3D so Montecarlo is used.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App is an excel macro running an executable written in </a:t>
            </a:r>
            <a:r>
              <a:rPr lang="en-US" dirty="0" err="1"/>
              <a:t>Matlab</a:t>
            </a:r>
            <a:r>
              <a:rPr lang="en-US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Does not require </a:t>
            </a:r>
            <a:r>
              <a:rPr lang="en-US" dirty="0" err="1"/>
              <a:t>Matlab</a:t>
            </a:r>
            <a:r>
              <a:rPr lang="en-US" dirty="0"/>
              <a:t> to use and does not require programming. </a:t>
            </a:r>
            <a:r>
              <a:rPr lang="en-US" dirty="0" err="1"/>
              <a:t>Matlab</a:t>
            </a:r>
            <a:r>
              <a:rPr lang="en-US" dirty="0"/>
              <a:t> source code and Macro are open sourced.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Errors are propagated using HTM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62FE3-010B-090F-7B6E-AE07A8B77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26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UI is Excel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Formatting flexible, but information must be tagged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Freedom to build Excel as you wish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Highlight data and hit run button to calculate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Figures and results placed in Excel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84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BA6BE-FA2D-0174-DC75-87DB6572D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F6C375-C119-C262-2D2A-7676670AC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77D68-26F3-3B4E-0D91-A1ED443A7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Transform path is defined by 4x4 HTMs multiplied together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Error terms at each transform solve absolute error transform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Eq. 3 solves the relative difference between two transforms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5486F-C1E5-D4C2-DDBF-505C6E29D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959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B056E-02C0-E247-2D1C-E7916A213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178BBF-0FE3-1D80-A12D-A58B031BC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C3573F-056B-2AAC-5816-C73247B22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corrector is a device that corrects an error such as an adjuster or actively controlled device.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corrector is defined by minimum adjustable resolution and origin in 6 axes with respect to the corrected object.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Often, the corrector origin is not located at the point of interest (POI) to be corrected.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DDFC8-4D4C-168C-54E5-862E4A7B9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797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0E261-21CF-8A2F-2D35-C32C387BF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77BEAD-6E9C-BFEF-DE9B-6C0AD7673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EB4C26-698A-E81D-F603-06C9CDA59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 not spend much time on this slide, it is explained in the paper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flowchart outlines how the difference between errored position and corrected position is solved and the corrector is applied at a distance of POI to corrector origin.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HTM() represents MATLAB functions to convert vectors to and from HTM’s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Example on next slide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0C804-3342-96EC-3EE7-6B624B52D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0401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7C93A-FA8B-BF10-6890-1EA6ED680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39FADF-E17A-6556-CA96-741858D2E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E9760A-759F-7A71-E3DF-19A255B5B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17mrad theta z error is corrected by a corrector with rotation axis at the origin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Across a unit length, such as a meter, 17mrad error results in 17mm error.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Correcting for rotation to the resolution of the adjuster, the position error is reduced with the angle error.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6CECF-FDB3-2928-A717-CADAC736E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3993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F174C-50BD-F583-E638-1B760672E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DBFCE-A214-9D6C-EEF9-AA7BDFFE3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E7B83-41F4-1EBC-8386-9DA35F309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this example the corrector axis is moved and introduces an additional position error in Y as a result of correcting angle.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Since the corrector is placed 1 unit away in the opposite direction, correcting angle increases error in 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95E8E-F42E-7E67-E3D9-C7B4BE1711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887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6D26F-839F-A48C-D3A5-A3422B63D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F385BC-53B1-9B51-D4E9-ED665AFA0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4A7E81-B3E0-2888-B8AB-9A69FB9FA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Walk through example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Fictional telescope objective has two mirrors and a pinhole.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Dimensions are given and tolerances added in Excel.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Task, determine if the focusing optics can be assembled with respect to the mechanical datums of the assembly fixed or require alignment before bonding.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341CB-FAAE-7757-4EE9-50232CE6C5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562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353DD-85FB-AEA9-9559-A4917CBD3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B3DDE-D039-348D-FA6E-863D5FAD0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99FD39-D505-6AC3-EF80-B0714A3A2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uncertainties must be within a </a:t>
            </a:r>
            <a:r>
              <a:rPr lang="en-US" sz="1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±</a:t>
            </a:r>
            <a:r>
              <a:rPr lang="en-US" dirty="0"/>
              <a:t>3-sigma distribution or 6-sigma distribution range.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Requirements are 80um position on all three optics and orientations for the mirrors with Z-orientation loose for axially symmetric mirrors.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6A2B2-78C2-6D17-B554-70D8E2C95A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59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36A98-C3DC-09D0-9A66-A843C840A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F48568-FE3E-2FAE-6D3C-347B3431C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82E0D4-81EE-7B31-780C-1286132C6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error model starts with defining the transform path between coordinate systems.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Three transform paths modeled by vectors from the mechanical datum of the subassembly to each optic are created and input into Excel with local tolerances.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9D323-A64C-66BC-897A-E9735A55A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291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F8E43-0D75-650A-6917-DD111529D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4B5AD-61CC-D228-8141-E5EC1B100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2F626A-4A85-B5CF-BF2E-2BE0D5587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Mu + </a:t>
            </a:r>
            <a:r>
              <a:rPr lang="en-US" dirty="0" err="1"/>
              <a:t>Nsigma</a:t>
            </a:r>
            <a:r>
              <a:rPr lang="en-US" dirty="0"/>
              <a:t> requirements not met, concern areas circled in 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 correctors used.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Correctors needed on all circled in red if tolerances are not changed.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93250-BD81-FD75-56F8-638A07F16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181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F156E-C8F2-8F28-343A-598EB6833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4F1BD7-3780-F37A-CD97-D00B6AE41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5F1A3-78A7-3F37-CD23-5651B26E4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Distributions are normal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3E4B7-C8C3-275A-9CDB-C2A7C52FCE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8202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A5426-D87B-274F-FCC9-DFC37FE71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0C507F-A692-B9BE-0B23-23B2995FA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9E3973-D21C-19A8-B4D2-9D9C1E639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Mu + </a:t>
            </a:r>
            <a:r>
              <a:rPr lang="en-US" dirty="0" err="1"/>
              <a:t>Nsigma</a:t>
            </a:r>
            <a:r>
              <a:rPr lang="en-US" dirty="0"/>
              <a:t> uncertainty requirements met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Correctors used on pinhole and 2</a:t>
            </a:r>
            <a:r>
              <a:rPr lang="en-US" baseline="30000" dirty="0"/>
              <a:t>nd</a:t>
            </a:r>
            <a:r>
              <a:rPr lang="en-US" dirty="0"/>
              <a:t> mirror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A9EB1-B185-2556-60DE-7E895DC48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5550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3014-A88C-F1C7-0AF1-02F2C9D3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BC6D85-3F9A-4008-06BA-84DB21435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B46109-F2EB-B410-1893-408656C0A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Corrected axis distributions tighten as standard deviation goes  to zero and average approaches corrector resolution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B88DA-5C0A-C429-E67C-E1AF0EFB0B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768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CFB34-05EA-803C-0713-DE9DB91EC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D6EE5B-0C70-1F8D-5DA6-DCF020BAE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DB1A3B-BC6F-C4F4-926E-806A39537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Powerful addition to ME toolbox without needing to code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Open sourced and modular enough to create custom analysis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Bridge connections between subsystems in Excel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E88EA-0C7C-F5D9-805E-D2197BF4CD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919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C1E0E-556A-CF28-682A-3A86FB576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C515E5-9004-A927-5B96-95B393A92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99ED1-0683-184D-2D7B-764A8F936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Complete tool with Excel Macro to eliminate all coding. Solve only highlighted region of spreadsheet.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sensitivity inputs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custom error input distributions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code to suggest corrector range and res when given requirements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code to pick corrector direction (nit picky but more generalized)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DE255-2511-9E56-3018-7D7D5502A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108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2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22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57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868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675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296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712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955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17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506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969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191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82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42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9382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432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70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D42A9D-1A72-4644-9612-161A6F230DFD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284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0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0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emf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emf"/><Relationship Id="rId10" Type="http://schemas.openxmlformats.org/officeDocument/2006/relationships/image" Target="../media/image40.png"/><Relationship Id="rId4" Type="http://schemas.openxmlformats.org/officeDocument/2006/relationships/image" Target="../media/image34.emf"/><Relationship Id="rId9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emf"/><Relationship Id="rId4" Type="http://schemas.openxmlformats.org/officeDocument/2006/relationships/image" Target="../media/image34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emf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emf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D9A0-66FC-B053-2896-5499676A0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583"/>
            <a:ext cx="9144000" cy="2387600"/>
          </a:xfrm>
        </p:spPr>
        <p:txBody>
          <a:bodyPr>
            <a:normAutofit/>
          </a:bodyPr>
          <a:lstStyle/>
          <a:p>
            <a:r>
              <a:rPr lang="en-US" sz="3600">
                <a:effectLst/>
                <a:latin typeface="Univers" panose="020B05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 FOR APPLYING CORRECTORS WITH COUPLED ERROR TO TOLERANCE ANALYSIS</a:t>
            </a:r>
            <a:endParaRPr lang="en-US" sz="9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D719D-78F8-5EDD-9278-EC5C559B12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454730"/>
          </a:xfrm>
        </p:spPr>
        <p:txBody>
          <a:bodyPr>
            <a:normAutofit/>
          </a:bodyPr>
          <a:lstStyle/>
          <a:p>
            <a:r>
              <a:rPr lang="en-US" dirty="0"/>
              <a:t>American Society for Precision Engineering</a:t>
            </a:r>
          </a:p>
          <a:p>
            <a:r>
              <a:rPr lang="en-US" dirty="0"/>
              <a:t>Precision Machine Design Topical Conference</a:t>
            </a:r>
          </a:p>
          <a:p>
            <a:r>
              <a:rPr lang="en-US" dirty="0"/>
              <a:t>Tyler Seawright</a:t>
            </a:r>
          </a:p>
          <a:p>
            <a:r>
              <a:rPr lang="en-US" dirty="0"/>
              <a:t>M.S. Mechanical Engineering</a:t>
            </a:r>
          </a:p>
          <a:p>
            <a:r>
              <a:rPr lang="en-US" dirty="0"/>
              <a:t>July 15, 2025</a:t>
            </a:r>
          </a:p>
          <a:p>
            <a:endParaRPr lang="en-US" dirty="0"/>
          </a:p>
        </p:txBody>
      </p:sp>
      <p:pic>
        <p:nvPicPr>
          <p:cNvPr id="1028" name="Picture 4" descr="ASPE - American Society for Precision Engineering">
            <a:extLst>
              <a:ext uri="{FF2B5EF4-FFF2-40B4-BE49-F238E27FC236}">
                <a16:creationId xmlns:a16="http://schemas.microsoft.com/office/drawing/2014/main" id="{A4B60C0C-ED3F-35BE-1E20-E5C3F2206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43600"/>
            <a:ext cx="32575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851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51EA5-224A-EEAA-3E5D-3605807EF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Error Budgets and Why they are Feared</a:t>
            </a:r>
          </a:p>
        </p:txBody>
      </p:sp>
      <p:pic>
        <p:nvPicPr>
          <p:cNvPr id="5" name="Content Placeholder 4" descr="Stressed man at work">
            <a:extLst>
              <a:ext uri="{FF2B5EF4-FFF2-40B4-BE49-F238E27FC236}">
                <a16:creationId xmlns:a16="http://schemas.microsoft.com/office/drawing/2014/main" id="{F4763CDC-B588-A390-D005-D2FAAD7105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313" y="1905000"/>
            <a:ext cx="4572434" cy="304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520781-5D63-F0B7-3882-0BF3F9CBAE1F}"/>
              </a:ext>
            </a:extLst>
          </p:cNvPr>
          <p:cNvSpPr txBox="1"/>
          <p:nvPr/>
        </p:nvSpPr>
        <p:spPr>
          <a:xfrm>
            <a:off x="1484310" y="1572042"/>
            <a:ext cx="562800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“Budget” is associated with scarcity and stress</a:t>
            </a:r>
          </a:p>
          <a:p>
            <a:endParaRPr lang="en-US" sz="3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Budgets can be difficult to organize and manage</a:t>
            </a:r>
          </a:p>
          <a:p>
            <a:endParaRPr lang="en-US" sz="3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Often requires advanced modeling of a complex system</a:t>
            </a: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48976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AFBB4-4200-A367-38B8-F6AF8F9C7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3A301-CEB3-EED6-7389-AE2D19073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Error Budget Definitions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D4DD57E-43AF-BF65-BD46-414288ABD6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0336287"/>
              </p:ext>
            </p:extLst>
          </p:nvPr>
        </p:nvGraphicFramePr>
        <p:xfrm>
          <a:off x="228600" y="952916"/>
          <a:ext cx="7591107" cy="5516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3AC756E-84E0-A8D7-EEFD-80BC57D19D15}"/>
              </a:ext>
            </a:extLst>
          </p:cNvPr>
          <p:cNvSpPr txBox="1"/>
          <p:nvPr/>
        </p:nvSpPr>
        <p:spPr>
          <a:xfrm>
            <a:off x="6335397" y="1657767"/>
            <a:ext cx="562800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Each person gets a portion of the pie, but all must agree on how to divide it</a:t>
            </a:r>
          </a:p>
          <a:p>
            <a:endParaRPr lang="en-US" sz="3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After a lengthy debate and negotiation, it was determined Dylan needs ¼ for a gym bulk and Sue and Timothy only want a taste since they prefer cake.</a:t>
            </a:r>
          </a:p>
        </p:txBody>
      </p:sp>
      <p:pic>
        <p:nvPicPr>
          <p:cNvPr id="2056" name="Picture 8" descr="Pie PNG Transparent Images">
            <a:extLst>
              <a:ext uri="{FF2B5EF4-FFF2-40B4-BE49-F238E27FC236}">
                <a16:creationId xmlns:a16="http://schemas.microsoft.com/office/drawing/2014/main" id="{AD9781EC-F123-5004-69DA-6A0892103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641" y="3406140"/>
            <a:ext cx="3073772" cy="1696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006E316-A82A-3E35-2B8C-49EDBA777E87}"/>
              </a:ext>
            </a:extLst>
          </p:cNvPr>
          <p:cNvSpPr txBox="1"/>
          <p:nvPr/>
        </p:nvSpPr>
        <p:spPr>
          <a:xfrm>
            <a:off x="10521420" y="6604268"/>
            <a:ext cx="179379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2">
                    <a:lumMod val="25000"/>
                  </a:schemeClr>
                </a:solidFill>
              </a:rPr>
              <a:t>Image credit to pngall.com</a:t>
            </a:r>
          </a:p>
        </p:txBody>
      </p:sp>
    </p:spTree>
    <p:extLst>
      <p:ext uri="{BB962C8B-B14F-4D97-AF65-F5344CB8AC3E}">
        <p14:creationId xmlns:p14="http://schemas.microsoft.com/office/powerpoint/2010/main" val="3938805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55F31-7477-C0FA-5213-4D040D333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12B0E-1661-B971-0607-BDF0255E0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Generalized Error Analysis with Coupled 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66F2F-E1E5-775C-64A5-2249D2D51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69459"/>
            <a:ext cx="10018713" cy="2234132"/>
          </a:xfrm>
        </p:spPr>
        <p:txBody>
          <a:bodyPr>
            <a:normAutofit/>
          </a:bodyPr>
          <a:lstStyle/>
          <a:p>
            <a:r>
              <a:rPr lang="en-US" dirty="0"/>
              <a:t>Geometric error types often include coupled error on other axes such as Abbe error.</a:t>
            </a:r>
          </a:p>
          <a:p>
            <a:r>
              <a:rPr lang="en-US" dirty="0"/>
              <a:t>3D error stacks including coupled error are the most general, yet can be challenging to model, manage, and validate.</a:t>
            </a:r>
          </a:p>
          <a:p>
            <a:r>
              <a:rPr lang="en-US" dirty="0"/>
              <a:t>Simple 2D case modeled with a rotation propagated across a unit distance.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840632F-0247-328F-5065-2D75BCCC32B0}"/>
              </a:ext>
            </a:extLst>
          </p:cNvPr>
          <p:cNvGrpSpPr/>
          <p:nvPr/>
        </p:nvGrpSpPr>
        <p:grpSpPr>
          <a:xfrm>
            <a:off x="1056293" y="3804377"/>
            <a:ext cx="4726499" cy="2127040"/>
            <a:chOff x="1584248" y="4044760"/>
            <a:chExt cx="4726499" cy="212704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BA81AE3-341F-AA53-8FE7-1FB696C90711}"/>
                </a:ext>
              </a:extLst>
            </p:cNvPr>
            <p:cNvCxnSpPr>
              <a:cxnSpLocks/>
            </p:cNvCxnSpPr>
            <p:nvPr/>
          </p:nvCxnSpPr>
          <p:spPr>
            <a:xfrm>
              <a:off x="2454662" y="5401941"/>
              <a:ext cx="2909116" cy="0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9442328-93FF-FEB4-61C5-E0EE6154A2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4662" y="4389941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A8E6F55-F6F5-CC6C-22F4-300C65EEC9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9577" y="5401942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99B0E89-EDDF-D2C8-ABE1-FA272D980A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38249" y="5401942"/>
              <a:ext cx="444617" cy="4413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785A53A-9FC5-CBE4-7A1A-2572B99AA73B}"/>
                </a:ext>
              </a:extLst>
            </p:cNvPr>
            <p:cNvSpPr txBox="1"/>
            <p:nvPr/>
          </p:nvSpPr>
          <p:spPr>
            <a:xfrm>
              <a:off x="1788443" y="5293406"/>
              <a:ext cx="3289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z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C13E597-6C58-D356-4071-8E6C54BF4943}"/>
                </a:ext>
              </a:extLst>
            </p:cNvPr>
            <p:cNvSpPr txBox="1"/>
            <p:nvPr/>
          </p:nvSpPr>
          <p:spPr>
            <a:xfrm>
              <a:off x="2109999" y="4131916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y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752B55B-A4F3-C536-0A3E-36D1BAAD4C00}"/>
                </a:ext>
              </a:extLst>
            </p:cNvPr>
            <p:cNvSpPr txBox="1"/>
            <p:nvPr/>
          </p:nvSpPr>
          <p:spPr>
            <a:xfrm>
              <a:off x="3112094" y="5293406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x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8295210-9776-B547-8E42-AB21C2C7B056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5239313" y="4102187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9AC6F59-FFDE-D374-0E64-F7929DB4EC35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5287355" y="5052158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3976FD3-EF4E-3E33-99C4-24788DC20F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0230" y="5106782"/>
              <a:ext cx="373651" cy="40645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9DC1F8E-6B99-F778-98B8-2773E709CEBF}"/>
                </a:ext>
              </a:extLst>
            </p:cNvPr>
            <p:cNvSpPr txBox="1"/>
            <p:nvPr/>
          </p:nvSpPr>
          <p:spPr>
            <a:xfrm>
              <a:off x="4801580" y="4044760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y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E70B88D-8574-2922-238E-E59AACA8051F}"/>
                </a:ext>
              </a:extLst>
            </p:cNvPr>
            <p:cNvCxnSpPr/>
            <p:nvPr/>
          </p:nvCxnSpPr>
          <p:spPr>
            <a:xfrm flipV="1">
              <a:off x="2482866" y="5106782"/>
              <a:ext cx="2808073" cy="295159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51028AD-C58C-42F3-079C-55CEF5BB8355}"/>
                </a:ext>
              </a:extLst>
            </p:cNvPr>
            <p:cNvSpPr txBox="1"/>
            <p:nvPr/>
          </p:nvSpPr>
          <p:spPr>
            <a:xfrm>
              <a:off x="4632796" y="5238306"/>
              <a:ext cx="3289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z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5A8C855-817C-20D6-38C2-BC75378AAB50}"/>
                </a:ext>
              </a:extLst>
            </p:cNvPr>
            <p:cNvSpPr txBox="1"/>
            <p:nvPr/>
          </p:nvSpPr>
          <p:spPr>
            <a:xfrm>
              <a:off x="5965781" y="4505236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x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4C07E54-960E-90B4-55A5-53ECB47711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0210" y="5124284"/>
              <a:ext cx="0" cy="2776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1D6676E-7A1D-FCA1-AEFF-79CF2962C180}"/>
                </a:ext>
              </a:extLst>
            </p:cNvPr>
            <p:cNvSpPr/>
            <p:nvPr/>
          </p:nvSpPr>
          <p:spPr>
            <a:xfrm>
              <a:off x="5468682" y="5247144"/>
              <a:ext cx="232371" cy="620251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CBA5789-C724-28BE-FB89-CDD59A099595}"/>
                </a:ext>
              </a:extLst>
            </p:cNvPr>
            <p:cNvSpPr/>
            <p:nvPr/>
          </p:nvSpPr>
          <p:spPr>
            <a:xfrm>
              <a:off x="4011603" y="5867397"/>
              <a:ext cx="2135891" cy="30440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solidFill>
                    <a:schemeClr val="bg1">
                      <a:lumMod val="95000"/>
                    </a:schemeClr>
                  </a:solidFill>
                </a:rPr>
                <a:t>(X,Y) Displacement</a:t>
              </a: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BF9C54E-4B05-1D4F-5582-A06F0BC1881C}"/>
                </a:ext>
              </a:extLst>
            </p:cNvPr>
            <p:cNvSpPr/>
            <p:nvPr/>
          </p:nvSpPr>
          <p:spPr>
            <a:xfrm rot="6301538">
              <a:off x="3590322" y="4937087"/>
              <a:ext cx="491628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76893233-5F25-B59D-53B1-2289C75128E0}"/>
                    </a:ext>
                  </a:extLst>
                </p:cNvPr>
                <p:cNvSpPr/>
                <p:nvPr/>
              </p:nvSpPr>
              <p:spPr>
                <a:xfrm>
                  <a:off x="3830824" y="4582951"/>
                  <a:ext cx="515653" cy="406455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sz="2000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𝒛</m:t>
                            </m:r>
                          </m:sub>
                        </m:sSub>
                      </m:oMath>
                    </m:oMathPara>
                  </a14:m>
                  <a:endParaRPr lang="en-US" sz="2000" i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76893233-5F25-B59D-53B1-2289C75128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0824" y="4582951"/>
                  <a:ext cx="515653" cy="40645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4F24B462-622D-22D8-C742-F566627D3DA2}"/>
                    </a:ext>
                  </a:extLst>
                </p:cNvPr>
                <p:cNvSpPr/>
                <p:nvPr/>
              </p:nvSpPr>
              <p:spPr>
                <a:xfrm>
                  <a:off x="1584248" y="5120788"/>
                  <a:ext cx="782613" cy="251818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𝑶𝒓𝒊𝒈𝒊𝒏</m:t>
                        </m:r>
                      </m:oMath>
                    </m:oMathPara>
                  </a14:m>
                  <a:endParaRPr lang="en-US" sz="1600" b="1" i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4F24B462-622D-22D8-C742-F566627D3D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4248" y="5120788"/>
                  <a:ext cx="782613" cy="251818"/>
                </a:xfrm>
                <a:prstGeom prst="rect">
                  <a:avLst/>
                </a:prstGeom>
                <a:blipFill>
                  <a:blip r:embed="rId4"/>
                  <a:stretch>
                    <a:fillRect l="-7752" r="-1550" b="-2926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A525E72F-629A-3E58-05C0-2EA35478A40A}"/>
                    </a:ext>
                  </a:extLst>
                </p:cNvPr>
                <p:cNvSpPr/>
                <p:nvPr/>
              </p:nvSpPr>
              <p:spPr>
                <a:xfrm>
                  <a:off x="5363778" y="4717177"/>
                  <a:ext cx="444618" cy="251818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𝑪𝑺</m:t>
                        </m:r>
                        <m:r>
                          <a:rPr lang="en-US" sz="1600" b="1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sz="1600" b="1" i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A525E72F-629A-3E58-05C0-2EA35478A4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3778" y="4717177"/>
                  <a:ext cx="444618" cy="251818"/>
                </a:xfrm>
                <a:prstGeom prst="rect">
                  <a:avLst/>
                </a:prstGeom>
                <a:blipFill>
                  <a:blip r:embed="rId5"/>
                  <a:stretch>
                    <a:fillRect l="-10959" r="-2740" b="-476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124A2CC-3C33-D33E-1C64-836FF8A92A27}"/>
                  </a:ext>
                </a:extLst>
              </p:cNvPr>
              <p:cNvSpPr/>
              <p:nvPr/>
            </p:nvSpPr>
            <p:spPr>
              <a:xfrm>
                <a:off x="5958638" y="4224413"/>
                <a:ext cx="6101129" cy="15040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acc>
                        <m:accPr>
                          <m:chr m:val="⃑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func>
                                        <m:func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  <m:brk m:alnAt="7"/>
                                            </m:rPr>
                                            <a:rPr lang="en-US" sz="24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unc>
                                        <m:func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mr>
                                  <m:mr>
                                    <m:e>
                                      <m:func>
                                        <m:func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  <m:e>
                                      <m:func>
                                        <m:func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0        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0        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124A2CC-3C33-D33E-1C64-836FF8A92A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638" y="4224413"/>
                <a:ext cx="6101129" cy="15040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D80CB1F-9FA5-012A-88B6-FC3A047C7200}"/>
                  </a:ext>
                </a:extLst>
              </p:cNvPr>
              <p:cNvSpPr/>
              <p:nvPr/>
            </p:nvSpPr>
            <p:spPr>
              <a:xfrm>
                <a:off x="3965156" y="4568370"/>
                <a:ext cx="444618" cy="2820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1600" b="1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D80CB1F-9FA5-012A-88B6-FC3A047C72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5156" y="4568370"/>
                <a:ext cx="444618" cy="282025"/>
              </a:xfrm>
              <a:prstGeom prst="rect">
                <a:avLst/>
              </a:prstGeom>
              <a:blipFill>
                <a:blip r:embed="rId7"/>
                <a:stretch>
                  <a:fillRect b="-200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0DF1DA7-E9AB-6741-D671-0FBBCB8C6212}"/>
                  </a:ext>
                </a:extLst>
              </p:cNvPr>
              <p:cNvSpPr/>
              <p:nvPr/>
            </p:nvSpPr>
            <p:spPr>
              <a:xfrm>
                <a:off x="3447466" y="5258572"/>
                <a:ext cx="444618" cy="2820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1600" b="1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0DF1DA7-E9AB-6741-D671-0FBBCB8C62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466" y="5258572"/>
                <a:ext cx="444618" cy="282025"/>
              </a:xfrm>
              <a:prstGeom prst="rect">
                <a:avLst/>
              </a:prstGeom>
              <a:blipFill>
                <a:blip r:embed="rId8"/>
                <a:stretch>
                  <a:fillRect b="-204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6947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D7306-69EE-AAC0-BD1B-481E96882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E23E4-B05C-DC5E-B125-3FB21D6EA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Application Overview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8E53B2-20A2-9820-871A-CB60EEA8AF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847851"/>
                <a:ext cx="10018713" cy="3943350"/>
              </a:xfrm>
            </p:spPr>
            <p:txBody>
              <a:bodyPr/>
              <a:lstStyle/>
              <a:p>
                <a:r>
                  <a:rPr lang="en-US" dirty="0"/>
                  <a:t>Design tool that solves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error from a tolerance stack in 3D.</a:t>
                </a:r>
              </a:p>
              <a:p>
                <a:r>
                  <a:rPr lang="en-US" dirty="0"/>
                  <a:t>Runs directly in Excel as a macro requiring no programming</a:t>
                </a:r>
              </a:p>
              <a:p>
                <a:r>
                  <a:rPr lang="en-US" dirty="0"/>
                  <a:t>Macro calls precompiled MATLAB code (Open-Source on GitHub)</a:t>
                </a:r>
              </a:p>
              <a:p>
                <a:r>
                  <a:rPr lang="en-US" dirty="0"/>
                  <a:t>Uses HTM to propagate error through a system of transforms</a:t>
                </a:r>
              </a:p>
              <a:p>
                <a:r>
                  <a:rPr lang="en-US" dirty="0"/>
                  <a:t>Includes input to apply correctors and propagate coupled errors associated with using them.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8E53B2-20A2-9820-871A-CB60EEA8AF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847851"/>
                <a:ext cx="10018713" cy="3943350"/>
              </a:xfrm>
              <a:blipFill>
                <a:blip r:embed="rId3"/>
                <a:stretch>
                  <a:fillRect l="-1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364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7CE5ACFD-9597-C15B-2D19-764DC6D131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173"/>
          <a:stretch/>
        </p:blipFill>
        <p:spPr bwMode="auto">
          <a:xfrm>
            <a:off x="669888" y="994706"/>
            <a:ext cx="10852223" cy="5102052"/>
          </a:xfrm>
          <a:prstGeom prst="rect">
            <a:avLst/>
          </a:prstGeom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9D8863-C285-5907-C748-DF6244FE510C}"/>
              </a:ext>
            </a:extLst>
          </p:cNvPr>
          <p:cNvSpPr txBox="1">
            <a:spLocks/>
          </p:cNvSpPr>
          <p:nvPr/>
        </p:nvSpPr>
        <p:spPr>
          <a:xfrm>
            <a:off x="1086642" y="227842"/>
            <a:ext cx="10018713" cy="10668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Application UI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F530A46-D9D6-F09D-F774-F4A103AF564B}"/>
              </a:ext>
            </a:extLst>
          </p:cNvPr>
          <p:cNvSpPr/>
          <p:nvPr/>
        </p:nvSpPr>
        <p:spPr>
          <a:xfrm>
            <a:off x="9683885" y="357046"/>
            <a:ext cx="2178531" cy="844685"/>
          </a:xfrm>
          <a:prstGeom prst="roundRect">
            <a:avLst>
              <a:gd name="adj" fmla="val 31638"/>
            </a:avLst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Run TolStack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1F42960-B2E1-754E-3DB0-7ACD2126A838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9387191" y="2074666"/>
            <a:ext cx="85275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CFFB87C-4C45-EB85-47B9-EACB96591EFB}"/>
              </a:ext>
            </a:extLst>
          </p:cNvPr>
          <p:cNvSpPr/>
          <p:nvPr/>
        </p:nvSpPr>
        <p:spPr>
          <a:xfrm>
            <a:off x="10239947" y="1885545"/>
            <a:ext cx="1730816" cy="37824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Nominal Vectors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B766D09-B203-3F9C-A669-4DDB4A3F402A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9387191" y="2975852"/>
            <a:ext cx="85275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B6FE0B3-0C49-731F-BE12-649AA1B00302}"/>
              </a:ext>
            </a:extLst>
          </p:cNvPr>
          <p:cNvSpPr/>
          <p:nvPr/>
        </p:nvSpPr>
        <p:spPr>
          <a:xfrm>
            <a:off x="10239947" y="2786731"/>
            <a:ext cx="1730816" cy="37824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Local Errors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C0F903-DE3D-135F-6703-B0FD3B03E603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9387191" y="4158063"/>
            <a:ext cx="59338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32028B5-C6EA-FC21-0289-50E7C3842A77}"/>
              </a:ext>
            </a:extLst>
          </p:cNvPr>
          <p:cNvSpPr/>
          <p:nvPr/>
        </p:nvSpPr>
        <p:spPr>
          <a:xfrm>
            <a:off x="9980579" y="3968942"/>
            <a:ext cx="1990184" cy="37824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Corrector Definition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BBA44C3-EF16-68EA-C0A5-A34A0BA83379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7525965" y="4924927"/>
            <a:ext cx="59338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25D3313-681D-A099-A30A-45F3EDF38793}"/>
              </a:ext>
            </a:extLst>
          </p:cNvPr>
          <p:cNvSpPr/>
          <p:nvPr/>
        </p:nvSpPr>
        <p:spPr>
          <a:xfrm>
            <a:off x="8119353" y="4735806"/>
            <a:ext cx="1990184" cy="37824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Montecarlo Setup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335F94D-D044-83EE-C01E-5BA8B2C5F73C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9387191" y="5979988"/>
            <a:ext cx="59338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694BB-3ECE-2F22-068E-BF841F78E38A}"/>
              </a:ext>
            </a:extLst>
          </p:cNvPr>
          <p:cNvSpPr/>
          <p:nvPr/>
        </p:nvSpPr>
        <p:spPr>
          <a:xfrm>
            <a:off x="9980579" y="5790867"/>
            <a:ext cx="1906621" cy="37824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Exported Result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AE9105D-7387-92BB-6AE7-B4EEF6663AEE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8984761" y="779389"/>
            <a:ext cx="699124" cy="4223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7738FD4-5EC2-3531-C4FD-6E08DC968B51}"/>
              </a:ext>
            </a:extLst>
          </p:cNvPr>
          <p:cNvSpPr/>
          <p:nvPr/>
        </p:nvSpPr>
        <p:spPr>
          <a:xfrm>
            <a:off x="7597301" y="1022730"/>
            <a:ext cx="1387459" cy="37824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Excel Button</a:t>
            </a:r>
          </a:p>
        </p:txBody>
      </p:sp>
    </p:spTree>
    <p:extLst>
      <p:ext uri="{BB962C8B-B14F-4D97-AF65-F5344CB8AC3E}">
        <p14:creationId xmlns:p14="http://schemas.microsoft.com/office/powerpoint/2010/main" val="845885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CFC7F-DBF9-418C-8DDA-DBF1C3747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77D32-67DC-42FE-5860-059035119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Error Model by HTM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48004-9C58-0272-44E6-BB9D09D4F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436371"/>
            <a:ext cx="5922330" cy="3533776"/>
          </a:xfrm>
        </p:spPr>
        <p:txBody>
          <a:bodyPr anchor="t">
            <a:normAutofit lnSpcReduction="10000"/>
          </a:bodyPr>
          <a:lstStyle/>
          <a:p>
            <a:r>
              <a:rPr lang="en-US" sz="2800" dirty="0"/>
              <a:t>A transform path is defined by multiplying 4x4 HTMs.</a:t>
            </a:r>
          </a:p>
          <a:p>
            <a:r>
              <a:rPr lang="en-US" sz="2800" dirty="0"/>
              <a:t>Applying error terms to each transform solves the absolute error transform.</a:t>
            </a:r>
          </a:p>
          <a:p>
            <a:r>
              <a:rPr lang="en-US" sz="2800" dirty="0"/>
              <a:t>Eq. 3 solves relative difference between the two, representing error in this analysis.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ADB3E38-39FA-D819-4206-C1A9757606C1}"/>
                  </a:ext>
                </a:extLst>
              </p:cNvPr>
              <p:cNvSpPr/>
              <p:nvPr/>
            </p:nvSpPr>
            <p:spPr>
              <a:xfrm>
                <a:off x="4260715" y="5061586"/>
                <a:ext cx="7841272" cy="16687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0" marR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∗…∗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3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		(eq. 1)</a:t>
                </a:r>
              </a:p>
              <a:p>
                <a:pPr marL="0" marR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𝑇𝑒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∗…∗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sSubSup>
                          <m:sSubSupPr>
                            <m:ctrlP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</m:sSub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3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(eq. 2)</a:t>
                </a:r>
              </a:p>
              <a:p>
                <a:pPr marL="0" marR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𝑅𝑒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</m:sSubSup>
                      </m:e>
                      <m:sup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𝑇𝑒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3200" i="1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					</a:t>
                </a:r>
                <a:r>
                  <a:rPr lang="en-US" sz="3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(eq. 3)</a:t>
                </a:r>
              </a:p>
              <a:p>
                <a:endParaRPr lang="en-US" sz="4000" dirty="0">
                  <a:solidFill>
                    <a:schemeClr val="tx1"/>
                  </a:solidFill>
                </a:endParaRPr>
              </a:p>
              <a:p>
                <a:pPr algn="ctr"/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ADB3E38-39FA-D819-4206-C1A9757606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715" y="5061586"/>
                <a:ext cx="7841272" cy="1668780"/>
              </a:xfrm>
              <a:prstGeom prst="rect">
                <a:avLst/>
              </a:prstGeom>
              <a:blipFill>
                <a:blip r:embed="rId3"/>
                <a:stretch>
                  <a:fillRect t="-3971" r="-698" b="-9386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diagram of a function&#10;&#10;AI-generated content may be incorrect.">
            <a:extLst>
              <a:ext uri="{FF2B5EF4-FFF2-40B4-BE49-F238E27FC236}">
                <a16:creationId xmlns:a16="http://schemas.microsoft.com/office/drawing/2014/main" id="{43B953AF-EF9D-42C9-371A-CFC647033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7296" y="1436370"/>
            <a:ext cx="4241800" cy="31813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53121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A7A7A-84F5-0C5F-661A-F273D761B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9BA96-96B9-653B-0A75-E64DC3895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Error Corrector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DE73D-FBFC-2F82-C2A4-C7E5C2FEA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120" y="1276351"/>
            <a:ext cx="6366076" cy="4514850"/>
          </a:xfrm>
        </p:spPr>
        <p:txBody>
          <a:bodyPr/>
          <a:lstStyle/>
          <a:p>
            <a:r>
              <a:rPr lang="en-US" dirty="0"/>
              <a:t>Corrector is a device that corrects an error in a system with respect to a coordinate system.</a:t>
            </a:r>
          </a:p>
          <a:p>
            <a:r>
              <a:rPr lang="en-US" dirty="0"/>
              <a:t>A corrector is defined with a 1x6 vector as the minimum adjustable resolution on each axis and a 1x6 vector as the position and orientation with respect to the adjusted point of interest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BEEB85-BFF0-D247-F886-4B84D3F9101D}"/>
              </a:ext>
            </a:extLst>
          </p:cNvPr>
          <p:cNvSpPr txBox="1"/>
          <p:nvPr/>
        </p:nvSpPr>
        <p:spPr>
          <a:xfrm>
            <a:off x="9347140" y="6636815"/>
            <a:ext cx="28448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25000"/>
                  </a:schemeClr>
                </a:solidFill>
              </a:rPr>
              <a:t>Tip/Tilt Adjuster Credit Newport </a:t>
            </a:r>
            <a:r>
              <a:rPr lang="en-US" sz="1100" i="0" dirty="0">
                <a:solidFill>
                  <a:schemeClr val="bg2">
                    <a:lumMod val="25000"/>
                  </a:schemeClr>
                </a:solidFill>
                <a:effectLst/>
              </a:rPr>
              <a:t>SN100C-F2K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FC5FE66-A2DE-1A7E-B1A3-5A1B39604097}"/>
              </a:ext>
            </a:extLst>
          </p:cNvPr>
          <p:cNvGrpSpPr/>
          <p:nvPr/>
        </p:nvGrpSpPr>
        <p:grpSpPr>
          <a:xfrm>
            <a:off x="7553196" y="1374788"/>
            <a:ext cx="4503123" cy="3693714"/>
            <a:chOff x="7553196" y="1374788"/>
            <a:chExt cx="4503123" cy="3693714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950AD2FD-1646-BAB5-6C01-6004CBA11E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3196" y="1691160"/>
              <a:ext cx="4503123" cy="33773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9426E69-318F-8932-C49D-BAEAD4125073}"/>
                </a:ext>
              </a:extLst>
            </p:cNvPr>
            <p:cNvCxnSpPr>
              <a:cxnSpLocks/>
            </p:cNvCxnSpPr>
            <p:nvPr/>
          </p:nvCxnSpPr>
          <p:spPr>
            <a:xfrm>
              <a:off x="8248256" y="3175011"/>
              <a:ext cx="3113002" cy="76803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AF5148C-AD80-3514-32D7-9874EF1F84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47140" y="1427747"/>
              <a:ext cx="0" cy="291966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99AFAE9-E1CB-2BA8-78C6-DA482EBA75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42359" y="3031958"/>
              <a:ext cx="0" cy="50181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8B2BD70-8B5F-B4DD-D5D2-FDFA8E6BD02D}"/>
                </a:ext>
              </a:extLst>
            </p:cNvPr>
            <p:cNvCxnSpPr>
              <a:cxnSpLocks/>
            </p:cNvCxnSpPr>
            <p:nvPr/>
          </p:nvCxnSpPr>
          <p:spPr>
            <a:xfrm>
              <a:off x="9347140" y="2868029"/>
              <a:ext cx="695219" cy="16392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1FDDC5-CA10-006E-9D2A-478A3F13D54F}"/>
                </a:ext>
              </a:extLst>
            </p:cNvPr>
            <p:cNvSpPr txBox="1"/>
            <p:nvPr/>
          </p:nvSpPr>
          <p:spPr>
            <a:xfrm>
              <a:off x="11015389" y="3943046"/>
              <a:ext cx="4876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Tip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F0404D5-214E-0238-EE3A-50BD6DA223BB}"/>
                </a:ext>
              </a:extLst>
            </p:cNvPr>
            <p:cNvSpPr txBox="1"/>
            <p:nvPr/>
          </p:nvSpPr>
          <p:spPr>
            <a:xfrm>
              <a:off x="8779827" y="1374788"/>
              <a:ext cx="4988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Tilt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28AC181-0814-8004-9D18-A7926FD52586}"/>
                </a:ext>
              </a:extLst>
            </p:cNvPr>
            <p:cNvSpPr txBox="1"/>
            <p:nvPr/>
          </p:nvSpPr>
          <p:spPr>
            <a:xfrm>
              <a:off x="7908398" y="3622883"/>
              <a:ext cx="7793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Origin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DE97334-C26A-46EA-ED08-2D89BF57BB21}"/>
                </a:ext>
              </a:extLst>
            </p:cNvPr>
            <p:cNvCxnSpPr>
              <a:stCxn id="24" idx="3"/>
            </p:cNvCxnSpPr>
            <p:nvPr/>
          </p:nvCxnSpPr>
          <p:spPr>
            <a:xfrm flipV="1">
              <a:off x="8687779" y="3533776"/>
              <a:ext cx="546320" cy="273773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AFABA85-E95B-04C9-0822-7996A7EFE556}"/>
                </a:ext>
              </a:extLst>
            </p:cNvPr>
            <p:cNvCxnSpPr>
              <a:cxnSpLocks/>
              <a:stCxn id="30" idx="1"/>
            </p:cNvCxnSpPr>
            <p:nvPr/>
          </p:nvCxnSpPr>
          <p:spPr>
            <a:xfrm flipH="1">
              <a:off x="10149379" y="2731834"/>
              <a:ext cx="483808" cy="277103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1C96E8A-60F6-B70B-616B-0313B6418C6B}"/>
                </a:ext>
              </a:extLst>
            </p:cNvPr>
            <p:cNvSpPr txBox="1"/>
            <p:nvPr/>
          </p:nvSpPr>
          <p:spPr>
            <a:xfrm>
              <a:off x="10633187" y="2547168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POI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4132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EC9B5-609B-2E4C-E400-9881565C6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73732-86C0-D74E-7A43-34EEADF51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Error Correcting by HTM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BC2527-3961-7105-D79D-B4DC6BD0DA13}"/>
              </a:ext>
            </a:extLst>
          </p:cNvPr>
          <p:cNvSpPr/>
          <p:nvPr/>
        </p:nvSpPr>
        <p:spPr>
          <a:xfrm>
            <a:off x="2221035" y="667265"/>
            <a:ext cx="994610" cy="573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Start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39C6345-7992-135D-8263-346DE58C8867}"/>
                  </a:ext>
                </a:extLst>
              </p:cNvPr>
              <p:cNvSpPr/>
              <p:nvPr/>
            </p:nvSpPr>
            <p:spPr>
              <a:xfrm>
                <a:off x="1433970" y="1894483"/>
                <a:ext cx="3809585" cy="573505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Solve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𝑹𝒆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𝑯𝑻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39C6345-7992-135D-8263-346DE58C88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970" y="1894483"/>
                <a:ext cx="3809585" cy="573505"/>
              </a:xfrm>
              <a:prstGeom prst="rect">
                <a:avLst/>
              </a:prstGeom>
              <a:blipFill>
                <a:blip r:embed="rId3"/>
                <a:stretch>
                  <a:fillRect b="-13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1AE24EE-B4C4-A710-542B-C0B2F960BED5}"/>
                  </a:ext>
                </a:extLst>
              </p:cNvPr>
              <p:cNvSpPr/>
              <p:nvPr/>
            </p:nvSpPr>
            <p:spPr>
              <a:xfrm>
                <a:off x="1140994" y="3031959"/>
                <a:ext cx="3154693" cy="1941094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Generate Corrector Difference Vector and HTM when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  <m:r>
                      <a:rPr lang="en-U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𝐂</m:t>
                    </m:r>
                    <m:r>
                      <a:rPr lang="en-U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𝐑𝐞</m:t>
                        </m:r>
                      </m:sub>
                    </m:sSub>
                  </m:oMath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𝑪𝑫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𝑯𝑻𝑴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1AE24EE-B4C4-A710-542B-C0B2F960BE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994" y="3031959"/>
                <a:ext cx="3154693" cy="1941094"/>
              </a:xfrm>
              <a:prstGeom prst="rect">
                <a:avLst/>
              </a:prstGeom>
              <a:blipFill>
                <a:blip r:embed="rId4"/>
                <a:stretch>
                  <a:fillRect l="-384" t="-1553" r="-2303" b="-3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FEA4233-4B1D-AB58-9959-CEF1B7DE2DC0}"/>
                  </a:ext>
                </a:extLst>
              </p:cNvPr>
              <p:cNvSpPr/>
              <p:nvPr/>
            </p:nvSpPr>
            <p:spPr>
              <a:xfrm>
                <a:off x="3159498" y="5199642"/>
                <a:ext cx="2991852" cy="1448807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Generate HTM to Corrector Origin  from POI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𝒗𝒄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𝑯𝑻𝑴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FEA4233-4B1D-AB58-9959-CEF1B7DE2D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9498" y="5199642"/>
                <a:ext cx="2991852" cy="1448807"/>
              </a:xfrm>
              <a:prstGeom prst="rect">
                <a:avLst/>
              </a:prstGeom>
              <a:blipFill>
                <a:blip r:embed="rId5"/>
                <a:stretch>
                  <a:fillRect t="-6639" b="-8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79950BD-26D6-B7F1-94AA-B9C171AF4FF9}"/>
                  </a:ext>
                </a:extLst>
              </p:cNvPr>
              <p:cNvSpPr/>
              <p:nvPr/>
            </p:nvSpPr>
            <p:spPr>
              <a:xfrm>
                <a:off x="5650413" y="1641261"/>
                <a:ext cx="4563630" cy="1312203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Solve Absolute Error with Corrector at POI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𝒄𝒂𝒆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𝒂𝒆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sSubSup>
                        <m:sSubSup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𝑽𝑪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lit/>
                        </m:rP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𝑪𝑫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𝑽𝑪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)) 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79950BD-26D6-B7F1-94AA-B9C171AF4F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413" y="1641261"/>
                <a:ext cx="4563630" cy="13122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295D96F1-8921-B0E2-A915-8AF0197CA285}"/>
              </a:ext>
            </a:extLst>
          </p:cNvPr>
          <p:cNvCxnSpPr>
            <a:cxnSpLocks/>
            <a:stCxn id="6" idx="2"/>
            <a:endCxn id="7" idx="1"/>
          </p:cNvCxnSpPr>
          <p:nvPr/>
        </p:nvCxnSpPr>
        <p:spPr>
          <a:xfrm rot="16200000" flipH="1">
            <a:off x="2463423" y="5227970"/>
            <a:ext cx="950993" cy="441157"/>
          </a:xfrm>
          <a:prstGeom prst="bentConnector2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8826D91E-F9AD-ACE9-3D11-4075F9470118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rot="5400000" flipH="1" flipV="1">
            <a:off x="5170737" y="2438151"/>
            <a:ext cx="2246178" cy="3276804"/>
          </a:xfrm>
          <a:prstGeom prst="bentConnector3">
            <a:avLst>
              <a:gd name="adj1" fmla="val 80748"/>
            </a:avLst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6AEA7706-1037-8DDA-8866-8BB194E8A45B}"/>
                  </a:ext>
                </a:extLst>
              </p:cNvPr>
              <p:cNvSpPr/>
              <p:nvPr/>
            </p:nvSpPr>
            <p:spPr>
              <a:xfrm>
                <a:off x="6524705" y="3652658"/>
                <a:ext cx="4158919" cy="203246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Solve Relative Error with Corrector at POI and Convert to Vector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𝒄𝒓𝒆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𝒄𝒂𝒆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𝑪𝑬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𝑯𝑻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𝒄𝒓𝒆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6AEA7706-1037-8DDA-8866-8BB194E8A4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705" y="3652658"/>
                <a:ext cx="4158919" cy="2032461"/>
              </a:xfrm>
              <a:prstGeom prst="rect">
                <a:avLst/>
              </a:prstGeom>
              <a:blipFill>
                <a:blip r:embed="rId7"/>
                <a:stretch>
                  <a:fillRect r="-1020" b="-1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283AE75F-9146-42B4-AC32-73D907934AED}"/>
                  </a:ext>
                </a:extLst>
              </p:cNvPr>
              <p:cNvSpPr/>
              <p:nvPr/>
            </p:nvSpPr>
            <p:spPr>
              <a:xfrm>
                <a:off x="9385465" y="6028965"/>
                <a:ext cx="2117558" cy="57350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bg1"/>
                    </a:solidFill>
                  </a:rPr>
                  <a:t>Solution: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𝑪𝑬</m:t>
                        </m:r>
                      </m:sub>
                    </m:sSub>
                  </m:oMath>
                </a14:m>
                <a:endParaRPr lang="en-US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283AE75F-9146-42B4-AC32-73D907934A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5465" y="6028965"/>
                <a:ext cx="2117558" cy="573505"/>
              </a:xfrm>
              <a:prstGeom prst="rect">
                <a:avLst/>
              </a:prstGeom>
              <a:blipFill>
                <a:blip r:embed="rId8"/>
                <a:stretch>
                  <a:fillRect l="-857" b="-12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0CD92F31-F452-0AF1-D6AD-60E4850874B1}"/>
              </a:ext>
            </a:extLst>
          </p:cNvPr>
          <p:cNvCxnSpPr>
            <a:cxnSpLocks/>
            <a:stCxn id="60" idx="2"/>
            <a:endCxn id="70" idx="1"/>
          </p:cNvCxnSpPr>
          <p:nvPr/>
        </p:nvCxnSpPr>
        <p:spPr>
          <a:xfrm rot="16200000" flipH="1">
            <a:off x="8679516" y="5609768"/>
            <a:ext cx="630599" cy="781300"/>
          </a:xfrm>
          <a:prstGeom prst="bentConnector2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3DC6F8-5DD3-FB53-DB56-463963522C04}"/>
              </a:ext>
            </a:extLst>
          </p:cNvPr>
          <p:cNvCxnSpPr>
            <a:cxnSpLocks/>
          </p:cNvCxnSpPr>
          <p:nvPr/>
        </p:nvCxnSpPr>
        <p:spPr>
          <a:xfrm flipH="1">
            <a:off x="8443608" y="2976664"/>
            <a:ext cx="1" cy="675994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28BF87-3F81-FAED-A6A0-42B1C1DD83D5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718340" y="1240770"/>
            <a:ext cx="0" cy="639004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2A07199-000C-E08C-A4F4-068C65E624CF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718341" y="2497906"/>
            <a:ext cx="0" cy="534053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046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00138-C6DA-CC3B-4E66-E589D923E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B1509-AA74-9948-6669-30E3BB392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Model Validation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9E1AE9E-4A15-9154-CE65-16C259BCB1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11635" y="909724"/>
                <a:ext cx="9880365" cy="73325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17mrad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effectLst/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>
                            <a:effectLst/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dirty="0"/>
                  <a:t> error corrected to 2.5mrad with corrector located at Origin 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9E1AE9E-4A15-9154-CE65-16C259BCB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635" y="909724"/>
                <a:ext cx="9880365" cy="733253"/>
              </a:xfrm>
              <a:prstGeom prst="rect">
                <a:avLst/>
              </a:prstGeom>
              <a:blipFill>
                <a:blip r:embed="rId3"/>
                <a:stretch>
                  <a:fillRect l="-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Content Placeholder 7">
                <a:extLst>
                  <a:ext uri="{FF2B5EF4-FFF2-40B4-BE49-F238E27FC236}">
                    <a16:creationId xmlns:a16="http://schemas.microsoft.com/office/drawing/2014/main" id="{45D7B168-6ACB-91BA-2BE1-DF535256820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37894561"/>
                  </p:ext>
                </p:extLst>
              </p:nvPr>
            </p:nvGraphicFramePr>
            <p:xfrm>
              <a:off x="1484310" y="1642977"/>
              <a:ext cx="6089265" cy="236501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72141">
                      <a:extLst>
                        <a:ext uri="{9D8B030D-6E8A-4147-A177-3AD203B41FA5}">
                          <a16:colId xmlns:a16="http://schemas.microsoft.com/office/drawing/2014/main" val="1854555257"/>
                        </a:ext>
                      </a:extLst>
                    </a:gridCol>
                    <a:gridCol w="1280498">
                      <a:extLst>
                        <a:ext uri="{9D8B030D-6E8A-4147-A177-3AD203B41FA5}">
                          <a16:colId xmlns:a16="http://schemas.microsoft.com/office/drawing/2014/main" val="1620927256"/>
                        </a:ext>
                      </a:extLst>
                    </a:gridCol>
                    <a:gridCol w="1090079">
                      <a:extLst>
                        <a:ext uri="{9D8B030D-6E8A-4147-A177-3AD203B41FA5}">
                          <a16:colId xmlns:a16="http://schemas.microsoft.com/office/drawing/2014/main" val="3379999563"/>
                        </a:ext>
                      </a:extLst>
                    </a:gridCol>
                    <a:gridCol w="449830">
                      <a:extLst>
                        <a:ext uri="{9D8B030D-6E8A-4147-A177-3AD203B41FA5}">
                          <a16:colId xmlns:a16="http://schemas.microsoft.com/office/drawing/2014/main" val="589648836"/>
                        </a:ext>
                      </a:extLst>
                    </a:gridCol>
                    <a:gridCol w="567117">
                      <a:extLst>
                        <a:ext uri="{9D8B030D-6E8A-4147-A177-3AD203B41FA5}">
                          <a16:colId xmlns:a16="http://schemas.microsoft.com/office/drawing/2014/main" val="505938770"/>
                        </a:ext>
                      </a:extLst>
                    </a:gridCol>
                    <a:gridCol w="571257">
                      <a:extLst>
                        <a:ext uri="{9D8B030D-6E8A-4147-A177-3AD203B41FA5}">
                          <a16:colId xmlns:a16="http://schemas.microsoft.com/office/drawing/2014/main" val="319454534"/>
                        </a:ext>
                      </a:extLst>
                    </a:gridCol>
                    <a:gridCol w="1058343">
                      <a:extLst>
                        <a:ext uri="{9D8B030D-6E8A-4147-A177-3AD203B41FA5}">
                          <a16:colId xmlns:a16="http://schemas.microsoft.com/office/drawing/2014/main" val="3478889198"/>
                        </a:ext>
                      </a:extLst>
                    </a:gridCol>
                  </a:tblGrid>
                  <a:tr h="61621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Vector Name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X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Y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Z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7501301"/>
                      </a:ext>
                    </a:extLst>
                  </a:tr>
                  <a:tr h="49639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Rae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0.9999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38644484"/>
                      </a:ext>
                    </a:extLst>
                  </a:tr>
                  <a:tr h="75600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Re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-0.0001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0.0170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3989699"/>
                      </a:ext>
                    </a:extLst>
                  </a:tr>
                  <a:tr h="49639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Rce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0.0025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0.0025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86355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Content Placeholder 7">
                <a:extLst>
                  <a:ext uri="{FF2B5EF4-FFF2-40B4-BE49-F238E27FC236}">
                    <a16:creationId xmlns:a16="http://schemas.microsoft.com/office/drawing/2014/main" id="{45D7B168-6ACB-91BA-2BE1-DF535256820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37894561"/>
                  </p:ext>
                </p:extLst>
              </p:nvPr>
            </p:nvGraphicFramePr>
            <p:xfrm>
              <a:off x="1484310" y="1642977"/>
              <a:ext cx="6089265" cy="236501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72141">
                      <a:extLst>
                        <a:ext uri="{9D8B030D-6E8A-4147-A177-3AD203B41FA5}">
                          <a16:colId xmlns:a16="http://schemas.microsoft.com/office/drawing/2014/main" val="1854555257"/>
                        </a:ext>
                      </a:extLst>
                    </a:gridCol>
                    <a:gridCol w="1280498">
                      <a:extLst>
                        <a:ext uri="{9D8B030D-6E8A-4147-A177-3AD203B41FA5}">
                          <a16:colId xmlns:a16="http://schemas.microsoft.com/office/drawing/2014/main" val="1620927256"/>
                        </a:ext>
                      </a:extLst>
                    </a:gridCol>
                    <a:gridCol w="1090079">
                      <a:extLst>
                        <a:ext uri="{9D8B030D-6E8A-4147-A177-3AD203B41FA5}">
                          <a16:colId xmlns:a16="http://schemas.microsoft.com/office/drawing/2014/main" val="3379999563"/>
                        </a:ext>
                      </a:extLst>
                    </a:gridCol>
                    <a:gridCol w="449830">
                      <a:extLst>
                        <a:ext uri="{9D8B030D-6E8A-4147-A177-3AD203B41FA5}">
                          <a16:colId xmlns:a16="http://schemas.microsoft.com/office/drawing/2014/main" val="589648836"/>
                        </a:ext>
                      </a:extLst>
                    </a:gridCol>
                    <a:gridCol w="567117">
                      <a:extLst>
                        <a:ext uri="{9D8B030D-6E8A-4147-A177-3AD203B41FA5}">
                          <a16:colId xmlns:a16="http://schemas.microsoft.com/office/drawing/2014/main" val="505938770"/>
                        </a:ext>
                      </a:extLst>
                    </a:gridCol>
                    <a:gridCol w="571257">
                      <a:extLst>
                        <a:ext uri="{9D8B030D-6E8A-4147-A177-3AD203B41FA5}">
                          <a16:colId xmlns:a16="http://schemas.microsoft.com/office/drawing/2014/main" val="319454534"/>
                        </a:ext>
                      </a:extLst>
                    </a:gridCol>
                    <a:gridCol w="1058343">
                      <a:extLst>
                        <a:ext uri="{9D8B030D-6E8A-4147-A177-3AD203B41FA5}">
                          <a16:colId xmlns:a16="http://schemas.microsoft.com/office/drawing/2014/main" val="3478889198"/>
                        </a:ext>
                      </a:extLst>
                    </a:gridCol>
                  </a:tblGrid>
                  <a:tr h="61621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Vector Name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X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Y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Z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688172" t="-11881" r="-292473" b="-287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79787" t="-11881" r="-189362" b="-287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475287" t="-11881" r="-2299" b="-2871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501301"/>
                      </a:ext>
                    </a:extLst>
                  </a:tr>
                  <a:tr h="49639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Rae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0.9999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38644484"/>
                      </a:ext>
                    </a:extLst>
                  </a:tr>
                  <a:tr h="75600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Re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-0.0001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0.0170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3989699"/>
                      </a:ext>
                    </a:extLst>
                  </a:tr>
                  <a:tr h="49639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Rce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0.0025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0.0025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8635592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31B0B7B6-6AE5-C69A-1C2F-0AAE8CC2786F}"/>
              </a:ext>
            </a:extLst>
          </p:cNvPr>
          <p:cNvGrpSpPr/>
          <p:nvPr/>
        </p:nvGrpSpPr>
        <p:grpSpPr>
          <a:xfrm>
            <a:off x="5416947" y="4007991"/>
            <a:ext cx="6086076" cy="2406366"/>
            <a:chOff x="6096000" y="3871486"/>
            <a:chExt cx="6086076" cy="2406366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52E844A-5CF7-4153-E226-DC3773AC2C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6414" y="4554995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7B0E2D9-C50A-6033-9A13-6BDC47DF0D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1329" y="5566996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E0ADD43-C1F2-6AD3-30BE-5FE37FB1EE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0001" y="5566996"/>
              <a:ext cx="444617" cy="4413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5C919FE-389B-83C7-73B2-C35CF8E039F8}"/>
                </a:ext>
              </a:extLst>
            </p:cNvPr>
            <p:cNvSpPr txBox="1"/>
            <p:nvPr/>
          </p:nvSpPr>
          <p:spPr>
            <a:xfrm>
              <a:off x="6300195" y="5458460"/>
              <a:ext cx="3289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z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E546854-1897-1092-7380-5A4E8558E13C}"/>
                </a:ext>
              </a:extLst>
            </p:cNvPr>
            <p:cNvSpPr txBox="1"/>
            <p:nvPr/>
          </p:nvSpPr>
          <p:spPr>
            <a:xfrm>
              <a:off x="6621751" y="4296970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y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A8DEF6F-7198-EFE9-36C0-68EB181915CC}"/>
                </a:ext>
              </a:extLst>
            </p:cNvPr>
            <p:cNvSpPr txBox="1"/>
            <p:nvPr/>
          </p:nvSpPr>
          <p:spPr>
            <a:xfrm>
              <a:off x="7623846" y="5458460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x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3A97218-97EF-CA03-8EEF-455B8AFE8FB4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9751065" y="4267241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E3B85D2-B8ED-A72A-69E3-4C6D10F9A9A6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9799107" y="5217212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64CC9F0-5605-8E6A-7FA6-C4B5F013AD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71982" y="5271836"/>
              <a:ext cx="373651" cy="40645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7834E72-FE73-B516-057F-182CBCCA9E2E}"/>
                </a:ext>
              </a:extLst>
            </p:cNvPr>
            <p:cNvSpPr txBox="1"/>
            <p:nvPr/>
          </p:nvSpPr>
          <p:spPr>
            <a:xfrm>
              <a:off x="9313332" y="4209814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y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0D4E969-EB2F-4902-8FF2-BFDB15C6A5CC}"/>
                </a:ext>
              </a:extLst>
            </p:cNvPr>
            <p:cNvCxnSpPr/>
            <p:nvPr/>
          </p:nvCxnSpPr>
          <p:spPr>
            <a:xfrm flipV="1">
              <a:off x="6994618" y="5271836"/>
              <a:ext cx="2808073" cy="295159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DD700BC-EFA8-77D7-568A-556CED4C4936}"/>
                </a:ext>
              </a:extLst>
            </p:cNvPr>
            <p:cNvSpPr txBox="1"/>
            <p:nvPr/>
          </p:nvSpPr>
          <p:spPr>
            <a:xfrm>
              <a:off x="9144548" y="5403360"/>
              <a:ext cx="3289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z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D59B5A6-2979-80AE-1AF3-D0C09E187E1E}"/>
                </a:ext>
              </a:extLst>
            </p:cNvPr>
            <p:cNvSpPr txBox="1"/>
            <p:nvPr/>
          </p:nvSpPr>
          <p:spPr>
            <a:xfrm>
              <a:off x="10477533" y="4670290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x</a:t>
              </a: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44C61AD-3045-18EA-A91D-294259C4CCD4}"/>
                </a:ext>
              </a:extLst>
            </p:cNvPr>
            <p:cNvGrpSpPr/>
            <p:nvPr/>
          </p:nvGrpSpPr>
          <p:grpSpPr>
            <a:xfrm rot="525620">
              <a:off x="9610222" y="4529981"/>
              <a:ext cx="1235331" cy="1332770"/>
              <a:chOff x="4478435" y="4724669"/>
              <a:chExt cx="885550" cy="895201"/>
            </a:xfrm>
          </p:grpSpPr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E559D7F1-79F4-CD31-3657-8C9A5D4C0F6F}"/>
                  </a:ext>
                </a:extLst>
              </p:cNvPr>
              <p:cNvCxnSpPr>
                <a:cxnSpLocks/>
              </p:cNvCxnSpPr>
              <p:nvPr/>
            </p:nvCxnSpPr>
            <p:spPr>
              <a:xfrm rot="21165312" flipV="1">
                <a:off x="4615873" y="4724669"/>
                <a:ext cx="0" cy="683694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AE271615-E657-714E-6F43-1E63D56360C5}"/>
                  </a:ext>
                </a:extLst>
              </p:cNvPr>
              <p:cNvCxnSpPr>
                <a:cxnSpLocks/>
              </p:cNvCxnSpPr>
              <p:nvPr/>
            </p:nvCxnSpPr>
            <p:spPr>
              <a:xfrm rot="21165312" flipV="1">
                <a:off x="4650313" y="5362750"/>
                <a:ext cx="713672" cy="3948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B8468002-5C54-88E9-68CB-7CF5EB3C47C0}"/>
                  </a:ext>
                </a:extLst>
              </p:cNvPr>
              <p:cNvCxnSpPr>
                <a:cxnSpLocks/>
              </p:cNvCxnSpPr>
              <p:nvPr/>
            </p:nvCxnSpPr>
            <p:spPr>
              <a:xfrm rot="21074380" flipH="1">
                <a:off x="4478435" y="5429424"/>
                <a:ext cx="193880" cy="190446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C35FBD08-C721-CCF1-A571-FF86BF606C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61962" y="5289338"/>
              <a:ext cx="0" cy="2776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58D20D3-8873-5590-DF9E-A99D604F6A6C}"/>
                </a:ext>
              </a:extLst>
            </p:cNvPr>
            <p:cNvCxnSpPr>
              <a:cxnSpLocks/>
            </p:cNvCxnSpPr>
            <p:nvPr/>
          </p:nvCxnSpPr>
          <p:spPr>
            <a:xfrm>
              <a:off x="6966414" y="5566995"/>
              <a:ext cx="3824630" cy="0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29781DF3-B088-4B73-B81E-C502511D4F07}"/>
                </a:ext>
              </a:extLst>
            </p:cNvPr>
            <p:cNvSpPr/>
            <p:nvPr/>
          </p:nvSpPr>
          <p:spPr>
            <a:xfrm>
              <a:off x="9963689" y="4090836"/>
              <a:ext cx="827355" cy="40645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solidFill>
                    <a:schemeClr val="tx1"/>
                  </a:solidFill>
                </a:rPr>
                <a:t>Rcae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4FD3711C-A566-35B5-29DF-1FBF2807F7E5}"/>
                </a:ext>
              </a:extLst>
            </p:cNvPr>
            <p:cNvSpPr/>
            <p:nvPr/>
          </p:nvSpPr>
          <p:spPr>
            <a:xfrm>
              <a:off x="8918696" y="3871486"/>
              <a:ext cx="736664" cy="4064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solidFill>
                    <a:schemeClr val="tx1"/>
                  </a:solidFill>
                </a:rPr>
                <a:t>Rae</a:t>
              </a: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3D63165D-A34E-9531-7DEE-A38932D19AB2}"/>
                </a:ext>
              </a:extLst>
            </p:cNvPr>
            <p:cNvSpPr/>
            <p:nvPr/>
          </p:nvSpPr>
          <p:spPr>
            <a:xfrm>
              <a:off x="9980434" y="5412198"/>
              <a:ext cx="192633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1CB83EF-A42B-66A7-0324-1EC16E369DD5}"/>
                </a:ext>
              </a:extLst>
            </p:cNvPr>
            <p:cNvSpPr/>
            <p:nvPr/>
          </p:nvSpPr>
          <p:spPr>
            <a:xfrm>
              <a:off x="9370815" y="5871397"/>
              <a:ext cx="1044094" cy="406455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solidFill>
                    <a:schemeClr val="bg1">
                      <a:lumMod val="95000"/>
                    </a:schemeClr>
                  </a:solidFill>
                </a:rPr>
                <a:t>Y Error</a:t>
              </a: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5CEDD6F1-D36E-011B-6E13-2BDA3233A6AF}"/>
                </a:ext>
              </a:extLst>
            </p:cNvPr>
            <p:cNvSpPr/>
            <p:nvPr/>
          </p:nvSpPr>
          <p:spPr>
            <a:xfrm rot="6301538">
              <a:off x="8102074" y="5102141"/>
              <a:ext cx="491628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FA2B54AC-845D-8DF5-E9FE-69077DEEAC35}"/>
                    </a:ext>
                  </a:extLst>
                </p:cNvPr>
                <p:cNvSpPr/>
                <p:nvPr/>
              </p:nvSpPr>
              <p:spPr>
                <a:xfrm>
                  <a:off x="7814136" y="4748005"/>
                  <a:ext cx="1044094" cy="406455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</m:oMath>
                  </a14:m>
                  <a:r>
                    <a:rPr lang="en-US" sz="2000" i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 Error</a:t>
                  </a:r>
                </a:p>
              </p:txBody>
            </p:sp>
          </mc:Choice>
          <mc:Fallback xmlns=""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FA2B54AC-845D-8DF5-E9FE-69077DEEAC3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4136" y="4748005"/>
                  <a:ext cx="1044094" cy="406455"/>
                </a:xfrm>
                <a:prstGeom prst="rect">
                  <a:avLst/>
                </a:prstGeom>
                <a:blipFill>
                  <a:blip r:embed="rId5"/>
                  <a:stretch>
                    <a:fillRect t="-4286" r="-2286" b="-2142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9139ED13-A80B-6F53-9B55-303EB70CD29A}"/>
                    </a:ext>
                  </a:extLst>
                </p:cNvPr>
                <p:cNvSpPr/>
                <p:nvPr/>
              </p:nvSpPr>
              <p:spPr>
                <a:xfrm>
                  <a:off x="6096000" y="5285842"/>
                  <a:ext cx="782613" cy="251818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𝑶𝒓𝒊𝒈𝒊𝒏</m:t>
                        </m:r>
                      </m:oMath>
                    </m:oMathPara>
                  </a14:m>
                  <a:endParaRPr lang="en-US" sz="1600" b="1" i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9139ED13-A80B-6F53-9B55-303EB70CD2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5285842"/>
                  <a:ext cx="782613" cy="251818"/>
                </a:xfrm>
                <a:prstGeom prst="rect">
                  <a:avLst/>
                </a:prstGeom>
                <a:blipFill>
                  <a:blip r:embed="rId6"/>
                  <a:stretch>
                    <a:fillRect l="-7813" r="-2344" b="-2857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93602A2-63CD-0D5F-9EBC-216647172978}"/>
                </a:ext>
              </a:extLst>
            </p:cNvPr>
            <p:cNvSpPr txBox="1"/>
            <p:nvPr/>
          </p:nvSpPr>
          <p:spPr>
            <a:xfrm>
              <a:off x="8924158" y="5012998"/>
              <a:ext cx="5517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1un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95720ACE-E9A9-5811-A637-EF6EB41FE7D0}"/>
                    </a:ext>
                  </a:extLst>
                </p:cNvPr>
                <p:cNvSpPr/>
                <p:nvPr/>
              </p:nvSpPr>
              <p:spPr>
                <a:xfrm>
                  <a:off x="10549710" y="5650087"/>
                  <a:ext cx="1632366" cy="40645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</m:oMath>
                  </a14:m>
                  <a:r>
                    <a:rPr lang="en-US" sz="2000" i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 Correction</a:t>
                  </a:r>
                </a:p>
              </p:txBody>
            </p:sp>
          </mc:Choice>
          <mc:Fallback xmlns=""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95720ACE-E9A9-5811-A637-EF6EB41FE7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9710" y="5650087"/>
                  <a:ext cx="1632366" cy="406455"/>
                </a:xfrm>
                <a:prstGeom prst="rect">
                  <a:avLst/>
                </a:prstGeom>
                <a:blipFill>
                  <a:blip r:embed="rId7"/>
                  <a:stretch>
                    <a:fillRect t="-4286" r="-369" b="-2142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156DEB5D-4A0C-B2AD-709A-81F14A82B678}"/>
                </a:ext>
              </a:extLst>
            </p:cNvPr>
            <p:cNvSpPr/>
            <p:nvPr/>
          </p:nvSpPr>
          <p:spPr>
            <a:xfrm rot="21339185">
              <a:off x="10792113" y="5299391"/>
              <a:ext cx="491628" cy="392943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08A67D6-2F7D-305E-EBBD-482FDF8FA089}"/>
                  </a:ext>
                </a:extLst>
              </p:cNvPr>
              <p:cNvSpPr/>
              <p:nvPr/>
            </p:nvSpPr>
            <p:spPr>
              <a:xfrm>
                <a:off x="8615065" y="2404328"/>
                <a:ext cx="2366829" cy="4616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𝒄𝒆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𝒄𝒂𝒆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08A67D6-2F7D-305E-EBBD-482FDF8FA0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065" y="2404328"/>
                <a:ext cx="2366829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8CC7F24-9B32-47B2-3ACF-C57FE9D80EEE}"/>
              </a:ext>
            </a:extLst>
          </p:cNvPr>
          <p:cNvSpPr txBox="1"/>
          <p:nvPr/>
        </p:nvSpPr>
        <p:spPr>
          <a:xfrm>
            <a:off x="7786072" y="5636210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1un</a:t>
            </a:r>
          </a:p>
        </p:txBody>
      </p:sp>
    </p:spTree>
    <p:extLst>
      <p:ext uri="{BB962C8B-B14F-4D97-AF65-F5344CB8AC3E}">
        <p14:creationId xmlns:p14="http://schemas.microsoft.com/office/powerpoint/2010/main" val="1720981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7E19A-BFCC-DAFC-830F-BB9E2DA4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8B6A0-0554-84FD-005C-C83AE9D96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Model Validation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0224368B-F0B9-0AAA-38C6-049BA9285D6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59724818"/>
                  </p:ext>
                </p:extLst>
              </p:nvPr>
            </p:nvGraphicFramePr>
            <p:xfrm>
              <a:off x="1445361" y="1745252"/>
              <a:ext cx="6089265" cy="236501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72142">
                      <a:extLst>
                        <a:ext uri="{9D8B030D-6E8A-4147-A177-3AD203B41FA5}">
                          <a16:colId xmlns:a16="http://schemas.microsoft.com/office/drawing/2014/main" val="2274082162"/>
                        </a:ext>
                      </a:extLst>
                    </a:gridCol>
                    <a:gridCol w="1280498">
                      <a:extLst>
                        <a:ext uri="{9D8B030D-6E8A-4147-A177-3AD203B41FA5}">
                          <a16:colId xmlns:a16="http://schemas.microsoft.com/office/drawing/2014/main" val="3358683470"/>
                        </a:ext>
                      </a:extLst>
                    </a:gridCol>
                    <a:gridCol w="1090080">
                      <a:extLst>
                        <a:ext uri="{9D8B030D-6E8A-4147-A177-3AD203B41FA5}">
                          <a16:colId xmlns:a16="http://schemas.microsoft.com/office/drawing/2014/main" val="3685488615"/>
                        </a:ext>
                      </a:extLst>
                    </a:gridCol>
                    <a:gridCol w="449831">
                      <a:extLst>
                        <a:ext uri="{9D8B030D-6E8A-4147-A177-3AD203B41FA5}">
                          <a16:colId xmlns:a16="http://schemas.microsoft.com/office/drawing/2014/main" val="1356679888"/>
                        </a:ext>
                      </a:extLst>
                    </a:gridCol>
                    <a:gridCol w="567116">
                      <a:extLst>
                        <a:ext uri="{9D8B030D-6E8A-4147-A177-3AD203B41FA5}">
                          <a16:colId xmlns:a16="http://schemas.microsoft.com/office/drawing/2014/main" val="384791973"/>
                        </a:ext>
                      </a:extLst>
                    </a:gridCol>
                    <a:gridCol w="571256">
                      <a:extLst>
                        <a:ext uri="{9D8B030D-6E8A-4147-A177-3AD203B41FA5}">
                          <a16:colId xmlns:a16="http://schemas.microsoft.com/office/drawing/2014/main" val="2671520891"/>
                        </a:ext>
                      </a:extLst>
                    </a:gridCol>
                    <a:gridCol w="1058342">
                      <a:extLst>
                        <a:ext uri="{9D8B030D-6E8A-4147-A177-3AD203B41FA5}">
                          <a16:colId xmlns:a16="http://schemas.microsoft.com/office/drawing/2014/main" val="1066333087"/>
                        </a:ext>
                      </a:extLst>
                    </a:gridCol>
                  </a:tblGrid>
                  <a:tr h="827459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Vector Name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X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Y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Z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64976276"/>
                      </a:ext>
                    </a:extLst>
                  </a:tr>
                  <a:tr h="390772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Rae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0.9999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05251425"/>
                      </a:ext>
                    </a:extLst>
                  </a:tr>
                  <a:tr h="595143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Re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-0.0001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92300731"/>
                      </a:ext>
                    </a:extLst>
                  </a:tr>
                  <a:tr h="55164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Rce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-0.0000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0.0310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0.0025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8838937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0224368B-F0B9-0AAA-38C6-049BA9285D6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59724818"/>
                  </p:ext>
                </p:extLst>
              </p:nvPr>
            </p:nvGraphicFramePr>
            <p:xfrm>
              <a:off x="1445361" y="1745252"/>
              <a:ext cx="6089265" cy="236501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72142">
                      <a:extLst>
                        <a:ext uri="{9D8B030D-6E8A-4147-A177-3AD203B41FA5}">
                          <a16:colId xmlns:a16="http://schemas.microsoft.com/office/drawing/2014/main" val="2274082162"/>
                        </a:ext>
                      </a:extLst>
                    </a:gridCol>
                    <a:gridCol w="1280498">
                      <a:extLst>
                        <a:ext uri="{9D8B030D-6E8A-4147-A177-3AD203B41FA5}">
                          <a16:colId xmlns:a16="http://schemas.microsoft.com/office/drawing/2014/main" val="3358683470"/>
                        </a:ext>
                      </a:extLst>
                    </a:gridCol>
                    <a:gridCol w="1090080">
                      <a:extLst>
                        <a:ext uri="{9D8B030D-6E8A-4147-A177-3AD203B41FA5}">
                          <a16:colId xmlns:a16="http://schemas.microsoft.com/office/drawing/2014/main" val="3685488615"/>
                        </a:ext>
                      </a:extLst>
                    </a:gridCol>
                    <a:gridCol w="449831">
                      <a:extLst>
                        <a:ext uri="{9D8B030D-6E8A-4147-A177-3AD203B41FA5}">
                          <a16:colId xmlns:a16="http://schemas.microsoft.com/office/drawing/2014/main" val="1356679888"/>
                        </a:ext>
                      </a:extLst>
                    </a:gridCol>
                    <a:gridCol w="567116">
                      <a:extLst>
                        <a:ext uri="{9D8B030D-6E8A-4147-A177-3AD203B41FA5}">
                          <a16:colId xmlns:a16="http://schemas.microsoft.com/office/drawing/2014/main" val="384791973"/>
                        </a:ext>
                      </a:extLst>
                    </a:gridCol>
                    <a:gridCol w="571256">
                      <a:extLst>
                        <a:ext uri="{9D8B030D-6E8A-4147-A177-3AD203B41FA5}">
                          <a16:colId xmlns:a16="http://schemas.microsoft.com/office/drawing/2014/main" val="2671520891"/>
                        </a:ext>
                      </a:extLst>
                    </a:gridCol>
                    <a:gridCol w="1058342">
                      <a:extLst>
                        <a:ext uri="{9D8B030D-6E8A-4147-A177-3AD203B41FA5}">
                          <a16:colId xmlns:a16="http://schemas.microsoft.com/office/drawing/2014/main" val="1066333087"/>
                        </a:ext>
                      </a:extLst>
                    </a:gridCol>
                  </a:tblGrid>
                  <a:tr h="827459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Vector Name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X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Y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Z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688172" t="-9559" r="-292473" b="-18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88172" t="-9559" r="-192473" b="-18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474713" t="-9559" r="-2874" b="-18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4976276"/>
                      </a:ext>
                    </a:extLst>
                  </a:tr>
                  <a:tr h="390772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Rae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0.9999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05251425"/>
                      </a:ext>
                    </a:extLst>
                  </a:tr>
                  <a:tr h="595143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Re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-0.0001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92300731"/>
                      </a:ext>
                    </a:extLst>
                  </a:tr>
                  <a:tr h="55164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Rce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-0.0000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0.0310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0.0025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8838937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8EC3A05-C4F3-D4ED-76C3-0E60162BD3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796" y="1620235"/>
            <a:ext cx="4489993" cy="3367495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4EBBAD4-2C7F-E39D-1657-57BAC67483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2658" y="1011999"/>
                <a:ext cx="9880365" cy="73325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17mrad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effectLst/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>
                            <a:effectLst/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dirty="0"/>
                  <a:t> error corrected to 2.5mrad with corrector located 1 unit from POI 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4EBBAD4-2C7F-E39D-1657-57BAC6748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658" y="1011999"/>
                <a:ext cx="9880365" cy="733253"/>
              </a:xfrm>
              <a:prstGeom prst="rect">
                <a:avLst/>
              </a:prstGeom>
              <a:blipFill>
                <a:blip r:embed="rId5"/>
                <a:stretch>
                  <a:fillRect l="-925" b="-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35CB21-E4AC-1A41-9323-5BDE825AEEDA}"/>
              </a:ext>
            </a:extLst>
          </p:cNvPr>
          <p:cNvCxnSpPr>
            <a:cxnSpLocks/>
          </p:cNvCxnSpPr>
          <p:nvPr/>
        </p:nvCxnSpPr>
        <p:spPr>
          <a:xfrm flipV="1">
            <a:off x="1946739" y="4914648"/>
            <a:ext cx="0" cy="101787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201801-4CC7-37A0-F4D2-0916724DD382}"/>
              </a:ext>
            </a:extLst>
          </p:cNvPr>
          <p:cNvCxnSpPr>
            <a:cxnSpLocks/>
          </p:cNvCxnSpPr>
          <p:nvPr/>
        </p:nvCxnSpPr>
        <p:spPr>
          <a:xfrm flipV="1">
            <a:off x="1931654" y="5926649"/>
            <a:ext cx="995563" cy="587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EA439E-656B-D7BC-8FA3-6A1748E8D5EB}"/>
              </a:ext>
            </a:extLst>
          </p:cNvPr>
          <p:cNvCxnSpPr>
            <a:cxnSpLocks/>
          </p:cNvCxnSpPr>
          <p:nvPr/>
        </p:nvCxnSpPr>
        <p:spPr>
          <a:xfrm flipH="1">
            <a:off x="1530326" y="5926649"/>
            <a:ext cx="444617" cy="44132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FEFBF1E-C0A0-5018-8802-83769A1B444B}"/>
              </a:ext>
            </a:extLst>
          </p:cNvPr>
          <p:cNvSpPr txBox="1"/>
          <p:nvPr/>
        </p:nvSpPr>
        <p:spPr>
          <a:xfrm>
            <a:off x="1280520" y="5818113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z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1AADF4-8402-C176-874B-EF76BE373B6D}"/>
              </a:ext>
            </a:extLst>
          </p:cNvPr>
          <p:cNvSpPr txBox="1"/>
          <p:nvPr/>
        </p:nvSpPr>
        <p:spPr>
          <a:xfrm>
            <a:off x="1602076" y="4656623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80C85B-9BA7-8DBF-7F9B-E15003ADC186}"/>
              </a:ext>
            </a:extLst>
          </p:cNvPr>
          <p:cNvSpPr txBox="1"/>
          <p:nvPr/>
        </p:nvSpPr>
        <p:spPr>
          <a:xfrm>
            <a:off x="2604171" y="5818113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F3FC087-A01E-DA6C-79F1-9064368AC1BB}"/>
              </a:ext>
            </a:extLst>
          </p:cNvPr>
          <p:cNvCxnSpPr>
            <a:cxnSpLocks/>
          </p:cNvCxnSpPr>
          <p:nvPr/>
        </p:nvCxnSpPr>
        <p:spPr>
          <a:xfrm rot="21165312" flipV="1">
            <a:off x="4731390" y="4626894"/>
            <a:ext cx="0" cy="101787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0534CE-0D93-2650-38D6-5C1D3CFA03FD}"/>
              </a:ext>
            </a:extLst>
          </p:cNvPr>
          <p:cNvCxnSpPr>
            <a:cxnSpLocks/>
          </p:cNvCxnSpPr>
          <p:nvPr/>
        </p:nvCxnSpPr>
        <p:spPr>
          <a:xfrm rot="21165312" flipV="1">
            <a:off x="4779432" y="5576865"/>
            <a:ext cx="995563" cy="587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E4D0840-C39D-7D82-EE3A-155C613E6D2B}"/>
              </a:ext>
            </a:extLst>
          </p:cNvPr>
          <p:cNvCxnSpPr>
            <a:cxnSpLocks/>
          </p:cNvCxnSpPr>
          <p:nvPr/>
        </p:nvCxnSpPr>
        <p:spPr>
          <a:xfrm flipH="1">
            <a:off x="4452307" y="5631489"/>
            <a:ext cx="373651" cy="40645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CA57C22-57F5-2D39-0C04-09300EC4AC46}"/>
              </a:ext>
            </a:extLst>
          </p:cNvPr>
          <p:cNvSpPr txBox="1"/>
          <p:nvPr/>
        </p:nvSpPr>
        <p:spPr>
          <a:xfrm>
            <a:off x="4341049" y="4534812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789F9CB-4D1B-10F1-82EF-79DCC7830EAB}"/>
              </a:ext>
            </a:extLst>
          </p:cNvPr>
          <p:cNvCxnSpPr/>
          <p:nvPr/>
        </p:nvCxnSpPr>
        <p:spPr>
          <a:xfrm flipV="1">
            <a:off x="1974943" y="5631489"/>
            <a:ext cx="2808073" cy="295159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6DB450E-9CCC-8675-F970-0B26392A84E4}"/>
              </a:ext>
            </a:extLst>
          </p:cNvPr>
          <p:cNvSpPr txBox="1"/>
          <p:nvPr/>
        </p:nvSpPr>
        <p:spPr>
          <a:xfrm>
            <a:off x="4124873" y="5763013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z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71B5B9-D7D0-0FA8-E64C-AA40A2F7A675}"/>
              </a:ext>
            </a:extLst>
          </p:cNvPr>
          <p:cNvSpPr txBox="1"/>
          <p:nvPr/>
        </p:nvSpPr>
        <p:spPr>
          <a:xfrm>
            <a:off x="5542253" y="5479646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8096CCA-EDAF-9AC4-7D11-CA0F0BE9ECB0}"/>
              </a:ext>
            </a:extLst>
          </p:cNvPr>
          <p:cNvGrpSpPr/>
          <p:nvPr/>
        </p:nvGrpSpPr>
        <p:grpSpPr>
          <a:xfrm rot="525620">
            <a:off x="4647247" y="4341121"/>
            <a:ext cx="1235329" cy="1332772"/>
            <a:chOff x="4470163" y="4586313"/>
            <a:chExt cx="885549" cy="895203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C4E0D5F-89BC-B0B6-897A-A2E1C6218822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4607601" y="4586313"/>
              <a:ext cx="0" cy="683694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C4DD9E5-6B26-8DE7-3050-6490D0E56025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4642040" y="5224394"/>
              <a:ext cx="713672" cy="3948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1177993-06F7-A30B-58CA-F6024E108E01}"/>
                </a:ext>
              </a:extLst>
            </p:cNvPr>
            <p:cNvCxnSpPr>
              <a:cxnSpLocks/>
            </p:cNvCxnSpPr>
            <p:nvPr/>
          </p:nvCxnSpPr>
          <p:spPr>
            <a:xfrm rot="21074380" flipH="1">
              <a:off x="4470163" y="5291070"/>
              <a:ext cx="193880" cy="190446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E0E9F7B-EF3E-5C00-6E5E-83B5E0E65679}"/>
              </a:ext>
            </a:extLst>
          </p:cNvPr>
          <p:cNvCxnSpPr>
            <a:cxnSpLocks/>
          </p:cNvCxnSpPr>
          <p:nvPr/>
        </p:nvCxnSpPr>
        <p:spPr>
          <a:xfrm flipV="1">
            <a:off x="4842287" y="5341182"/>
            <a:ext cx="7581" cy="58546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24555BD-8480-43B1-C470-83AA5642230E}"/>
              </a:ext>
            </a:extLst>
          </p:cNvPr>
          <p:cNvCxnSpPr>
            <a:cxnSpLocks/>
          </p:cNvCxnSpPr>
          <p:nvPr/>
        </p:nvCxnSpPr>
        <p:spPr>
          <a:xfrm>
            <a:off x="1946739" y="5926648"/>
            <a:ext cx="3014020" cy="11281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FFA8F538-47BD-6E6B-704B-CB9CE76BCD5F}"/>
              </a:ext>
            </a:extLst>
          </p:cNvPr>
          <p:cNvSpPr/>
          <p:nvPr/>
        </p:nvSpPr>
        <p:spPr>
          <a:xfrm>
            <a:off x="4976037" y="4287032"/>
            <a:ext cx="827355" cy="406455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</a:rPr>
              <a:t>Rcae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C81C14-605F-91BB-77E1-4CC9EC03D6B9}"/>
              </a:ext>
            </a:extLst>
          </p:cNvPr>
          <p:cNvSpPr/>
          <p:nvPr/>
        </p:nvSpPr>
        <p:spPr>
          <a:xfrm>
            <a:off x="3785574" y="4282943"/>
            <a:ext cx="736664" cy="4064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</a:rPr>
              <a:t>Rae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953309A-04C9-C054-8E34-59C55B7A9952}"/>
              </a:ext>
            </a:extLst>
          </p:cNvPr>
          <p:cNvSpPr/>
          <p:nvPr/>
        </p:nvSpPr>
        <p:spPr>
          <a:xfrm>
            <a:off x="4960759" y="5476265"/>
            <a:ext cx="491628" cy="763552"/>
          </a:xfrm>
          <a:custGeom>
            <a:avLst/>
            <a:gdLst>
              <a:gd name="connsiteX0" fmla="*/ 0 w 352425"/>
              <a:gd name="connsiteY0" fmla="*/ 0 h 314325"/>
              <a:gd name="connsiteX1" fmla="*/ 152400 w 352425"/>
              <a:gd name="connsiteY1" fmla="*/ 47625 h 314325"/>
              <a:gd name="connsiteX2" fmla="*/ 219075 w 352425"/>
              <a:gd name="connsiteY2" fmla="*/ 114300 h 314325"/>
              <a:gd name="connsiteX3" fmla="*/ 257175 w 352425"/>
              <a:gd name="connsiteY3" fmla="*/ 161925 h 314325"/>
              <a:gd name="connsiteX4" fmla="*/ 285750 w 352425"/>
              <a:gd name="connsiteY4" fmla="*/ 209550 h 314325"/>
              <a:gd name="connsiteX5" fmla="*/ 304800 w 352425"/>
              <a:gd name="connsiteY5" fmla="*/ 247650 h 314325"/>
              <a:gd name="connsiteX6" fmla="*/ 333375 w 352425"/>
              <a:gd name="connsiteY6" fmla="*/ 276225 h 314325"/>
              <a:gd name="connsiteX7" fmla="*/ 352425 w 352425"/>
              <a:gd name="connsiteY7" fmla="*/ 314325 h 314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2425" h="314325">
                <a:moveTo>
                  <a:pt x="0" y="0"/>
                </a:moveTo>
                <a:cubicBezTo>
                  <a:pt x="47061" y="11765"/>
                  <a:pt x="108464" y="18334"/>
                  <a:pt x="152400" y="47625"/>
                </a:cubicBezTo>
                <a:cubicBezTo>
                  <a:pt x="211116" y="86769"/>
                  <a:pt x="187536" y="72249"/>
                  <a:pt x="219075" y="114300"/>
                </a:cubicBezTo>
                <a:cubicBezTo>
                  <a:pt x="231273" y="130564"/>
                  <a:pt x="245517" y="145270"/>
                  <a:pt x="257175" y="161925"/>
                </a:cubicBezTo>
                <a:cubicBezTo>
                  <a:pt x="267792" y="177092"/>
                  <a:pt x="276759" y="193366"/>
                  <a:pt x="285750" y="209550"/>
                </a:cubicBezTo>
                <a:cubicBezTo>
                  <a:pt x="292646" y="221962"/>
                  <a:pt x="296547" y="236096"/>
                  <a:pt x="304800" y="247650"/>
                </a:cubicBezTo>
                <a:cubicBezTo>
                  <a:pt x="312630" y="258611"/>
                  <a:pt x="323850" y="266700"/>
                  <a:pt x="333375" y="276225"/>
                </a:cubicBezTo>
                <a:cubicBezTo>
                  <a:pt x="344320" y="309060"/>
                  <a:pt x="335800" y="297700"/>
                  <a:pt x="352425" y="31432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298B38-550A-C68B-93D3-3E0277B728BE}"/>
              </a:ext>
            </a:extLst>
          </p:cNvPr>
          <p:cNvSpPr/>
          <p:nvPr/>
        </p:nvSpPr>
        <p:spPr>
          <a:xfrm>
            <a:off x="4960759" y="6239816"/>
            <a:ext cx="1044094" cy="40645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bg1">
                    <a:lumMod val="95000"/>
                  </a:schemeClr>
                </a:solidFill>
              </a:rPr>
              <a:t>Y Error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604CD8B-BF50-5FFD-5FBC-D6E7E2BCEB0C}"/>
              </a:ext>
            </a:extLst>
          </p:cNvPr>
          <p:cNvSpPr/>
          <p:nvPr/>
        </p:nvSpPr>
        <p:spPr>
          <a:xfrm rot="6301538">
            <a:off x="3082399" y="5461794"/>
            <a:ext cx="491628" cy="467965"/>
          </a:xfrm>
          <a:custGeom>
            <a:avLst/>
            <a:gdLst>
              <a:gd name="connsiteX0" fmla="*/ 0 w 352425"/>
              <a:gd name="connsiteY0" fmla="*/ 0 h 314325"/>
              <a:gd name="connsiteX1" fmla="*/ 152400 w 352425"/>
              <a:gd name="connsiteY1" fmla="*/ 47625 h 314325"/>
              <a:gd name="connsiteX2" fmla="*/ 219075 w 352425"/>
              <a:gd name="connsiteY2" fmla="*/ 114300 h 314325"/>
              <a:gd name="connsiteX3" fmla="*/ 257175 w 352425"/>
              <a:gd name="connsiteY3" fmla="*/ 161925 h 314325"/>
              <a:gd name="connsiteX4" fmla="*/ 285750 w 352425"/>
              <a:gd name="connsiteY4" fmla="*/ 209550 h 314325"/>
              <a:gd name="connsiteX5" fmla="*/ 304800 w 352425"/>
              <a:gd name="connsiteY5" fmla="*/ 247650 h 314325"/>
              <a:gd name="connsiteX6" fmla="*/ 333375 w 352425"/>
              <a:gd name="connsiteY6" fmla="*/ 276225 h 314325"/>
              <a:gd name="connsiteX7" fmla="*/ 352425 w 352425"/>
              <a:gd name="connsiteY7" fmla="*/ 314325 h 314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2425" h="314325">
                <a:moveTo>
                  <a:pt x="0" y="0"/>
                </a:moveTo>
                <a:cubicBezTo>
                  <a:pt x="47061" y="11765"/>
                  <a:pt x="108464" y="18334"/>
                  <a:pt x="152400" y="47625"/>
                </a:cubicBezTo>
                <a:cubicBezTo>
                  <a:pt x="211116" y="86769"/>
                  <a:pt x="187536" y="72249"/>
                  <a:pt x="219075" y="114300"/>
                </a:cubicBezTo>
                <a:cubicBezTo>
                  <a:pt x="231273" y="130564"/>
                  <a:pt x="245517" y="145270"/>
                  <a:pt x="257175" y="161925"/>
                </a:cubicBezTo>
                <a:cubicBezTo>
                  <a:pt x="267792" y="177092"/>
                  <a:pt x="276759" y="193366"/>
                  <a:pt x="285750" y="209550"/>
                </a:cubicBezTo>
                <a:cubicBezTo>
                  <a:pt x="292646" y="221962"/>
                  <a:pt x="296547" y="236096"/>
                  <a:pt x="304800" y="247650"/>
                </a:cubicBezTo>
                <a:cubicBezTo>
                  <a:pt x="312630" y="258611"/>
                  <a:pt x="323850" y="266700"/>
                  <a:pt x="333375" y="276225"/>
                </a:cubicBezTo>
                <a:cubicBezTo>
                  <a:pt x="344320" y="309060"/>
                  <a:pt x="335800" y="297700"/>
                  <a:pt x="352425" y="31432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753B2DF-CFF2-5752-A947-AF781561BD37}"/>
                  </a:ext>
                </a:extLst>
              </p:cNvPr>
              <p:cNvSpPr/>
              <p:nvPr/>
            </p:nvSpPr>
            <p:spPr>
              <a:xfrm>
                <a:off x="2794461" y="5107658"/>
                <a:ext cx="1044094" cy="406455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00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sz="2000" i="1" dirty="0">
                    <a:solidFill>
                      <a:schemeClr val="bg1">
                        <a:lumMod val="95000"/>
                      </a:schemeClr>
                    </a:solidFill>
                  </a:rPr>
                  <a:t> Error</a:t>
                </a: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753B2DF-CFF2-5752-A947-AF781561BD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461" y="5107658"/>
                <a:ext cx="1044094" cy="406455"/>
              </a:xfrm>
              <a:prstGeom prst="rect">
                <a:avLst/>
              </a:prstGeom>
              <a:blipFill>
                <a:blip r:embed="rId6"/>
                <a:stretch>
                  <a:fillRect t="-5714" r="-2286" b="-214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D0D7501-5E69-344B-D533-C8E9BF594282}"/>
              </a:ext>
            </a:extLst>
          </p:cNvPr>
          <p:cNvCxnSpPr>
            <a:cxnSpLocks/>
          </p:cNvCxnSpPr>
          <p:nvPr/>
        </p:nvCxnSpPr>
        <p:spPr>
          <a:xfrm flipV="1">
            <a:off x="4836348" y="5268532"/>
            <a:ext cx="2425635" cy="33177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6A956D6-F835-085B-C0AD-669671CF5BC0}"/>
              </a:ext>
            </a:extLst>
          </p:cNvPr>
          <p:cNvCxnSpPr>
            <a:cxnSpLocks/>
          </p:cNvCxnSpPr>
          <p:nvPr/>
        </p:nvCxnSpPr>
        <p:spPr>
          <a:xfrm flipV="1">
            <a:off x="4823962" y="5276710"/>
            <a:ext cx="2446730" cy="366098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F1043E1-251B-DC75-4996-453BFD28E363}"/>
              </a:ext>
            </a:extLst>
          </p:cNvPr>
          <p:cNvGrpSpPr/>
          <p:nvPr/>
        </p:nvGrpSpPr>
        <p:grpSpPr>
          <a:xfrm rot="21156203">
            <a:off x="6814720" y="4197957"/>
            <a:ext cx="1396891" cy="1453324"/>
            <a:chOff x="6854279" y="4258831"/>
            <a:chExt cx="1396891" cy="1453324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48B33E9-5F7C-AFF4-0C07-CBB33E76D1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0692" y="4258831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7D2194D7-5F26-B240-E36C-E9D56EEB8A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55607" y="5270832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91A9AB2-2ED3-86D3-DA89-253DDC21C6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54279" y="5270832"/>
              <a:ext cx="444617" cy="4413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16031821-675C-E60F-0E7D-1167F4104B66}"/>
              </a:ext>
            </a:extLst>
          </p:cNvPr>
          <p:cNvSpPr txBox="1"/>
          <p:nvPr/>
        </p:nvSpPr>
        <p:spPr>
          <a:xfrm>
            <a:off x="6928121" y="5476264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z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5F3DD1-EC86-D0A5-4AE7-820A65CF31B2}"/>
              </a:ext>
            </a:extLst>
          </p:cNvPr>
          <p:cNvSpPr txBox="1"/>
          <p:nvPr/>
        </p:nvSpPr>
        <p:spPr>
          <a:xfrm>
            <a:off x="6826916" y="4049983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0E0B86-223B-3E50-BB7F-9A2C9812CFF6}"/>
              </a:ext>
            </a:extLst>
          </p:cNvPr>
          <p:cNvSpPr txBox="1"/>
          <p:nvPr/>
        </p:nvSpPr>
        <p:spPr>
          <a:xfrm>
            <a:off x="7928124" y="5162296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30E7099-4373-AB2F-FE3F-47CEC71C6149}"/>
                  </a:ext>
                </a:extLst>
              </p:cNvPr>
              <p:cNvSpPr/>
              <p:nvPr/>
            </p:nvSpPr>
            <p:spPr>
              <a:xfrm>
                <a:off x="1094291" y="5611577"/>
                <a:ext cx="782613" cy="251818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𝑶𝒓𝒊𝒈𝒊𝒏</m:t>
                      </m:r>
                    </m:oMath>
                  </m:oMathPara>
                </a14:m>
                <a:endParaRPr lang="en-US" sz="1600" b="1" i="1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30E7099-4373-AB2F-FE3F-47CEC71C61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291" y="5611577"/>
                <a:ext cx="782613" cy="251818"/>
              </a:xfrm>
              <a:prstGeom prst="rect">
                <a:avLst/>
              </a:prstGeom>
              <a:blipFill>
                <a:blip r:embed="rId7"/>
                <a:stretch>
                  <a:fillRect l="-8594" r="-1563" b="-292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FBE70E2-8EA3-B828-B2CA-7FE91456E693}"/>
                  </a:ext>
                </a:extLst>
              </p:cNvPr>
              <p:cNvSpPr/>
              <p:nvPr/>
            </p:nvSpPr>
            <p:spPr>
              <a:xfrm>
                <a:off x="6334671" y="5872736"/>
                <a:ext cx="1632366" cy="406455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00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sz="2000" i="1" dirty="0">
                    <a:solidFill>
                      <a:schemeClr val="bg1">
                        <a:lumMod val="95000"/>
                      </a:schemeClr>
                    </a:solidFill>
                  </a:rPr>
                  <a:t> Correction</a:t>
                </a:r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FBE70E2-8EA3-B828-B2CA-7FE91456E6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671" y="5872736"/>
                <a:ext cx="1632366" cy="406455"/>
              </a:xfrm>
              <a:prstGeom prst="rect">
                <a:avLst/>
              </a:prstGeom>
              <a:blipFill>
                <a:blip r:embed="rId8"/>
                <a:stretch>
                  <a:fillRect t="-4286" r="-369" b="-214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25D1D933-3ADA-76D5-71E7-F031D8548E79}"/>
              </a:ext>
            </a:extLst>
          </p:cNvPr>
          <p:cNvSpPr/>
          <p:nvPr/>
        </p:nvSpPr>
        <p:spPr>
          <a:xfrm rot="15762343">
            <a:off x="6352156" y="5341193"/>
            <a:ext cx="491628" cy="467965"/>
          </a:xfrm>
          <a:custGeom>
            <a:avLst/>
            <a:gdLst>
              <a:gd name="connsiteX0" fmla="*/ 0 w 352425"/>
              <a:gd name="connsiteY0" fmla="*/ 0 h 314325"/>
              <a:gd name="connsiteX1" fmla="*/ 152400 w 352425"/>
              <a:gd name="connsiteY1" fmla="*/ 47625 h 314325"/>
              <a:gd name="connsiteX2" fmla="*/ 219075 w 352425"/>
              <a:gd name="connsiteY2" fmla="*/ 114300 h 314325"/>
              <a:gd name="connsiteX3" fmla="*/ 257175 w 352425"/>
              <a:gd name="connsiteY3" fmla="*/ 161925 h 314325"/>
              <a:gd name="connsiteX4" fmla="*/ 285750 w 352425"/>
              <a:gd name="connsiteY4" fmla="*/ 209550 h 314325"/>
              <a:gd name="connsiteX5" fmla="*/ 304800 w 352425"/>
              <a:gd name="connsiteY5" fmla="*/ 247650 h 314325"/>
              <a:gd name="connsiteX6" fmla="*/ 333375 w 352425"/>
              <a:gd name="connsiteY6" fmla="*/ 276225 h 314325"/>
              <a:gd name="connsiteX7" fmla="*/ 352425 w 352425"/>
              <a:gd name="connsiteY7" fmla="*/ 314325 h 314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2425" h="314325">
                <a:moveTo>
                  <a:pt x="0" y="0"/>
                </a:moveTo>
                <a:cubicBezTo>
                  <a:pt x="47061" y="11765"/>
                  <a:pt x="108464" y="18334"/>
                  <a:pt x="152400" y="47625"/>
                </a:cubicBezTo>
                <a:cubicBezTo>
                  <a:pt x="211116" y="86769"/>
                  <a:pt x="187536" y="72249"/>
                  <a:pt x="219075" y="114300"/>
                </a:cubicBezTo>
                <a:cubicBezTo>
                  <a:pt x="231273" y="130564"/>
                  <a:pt x="245517" y="145270"/>
                  <a:pt x="257175" y="161925"/>
                </a:cubicBezTo>
                <a:cubicBezTo>
                  <a:pt x="267792" y="177092"/>
                  <a:pt x="276759" y="193366"/>
                  <a:pt x="285750" y="209550"/>
                </a:cubicBezTo>
                <a:cubicBezTo>
                  <a:pt x="292646" y="221962"/>
                  <a:pt x="296547" y="236096"/>
                  <a:pt x="304800" y="247650"/>
                </a:cubicBezTo>
                <a:cubicBezTo>
                  <a:pt x="312630" y="258611"/>
                  <a:pt x="323850" y="266700"/>
                  <a:pt x="333375" y="276225"/>
                </a:cubicBezTo>
                <a:cubicBezTo>
                  <a:pt x="344320" y="309060"/>
                  <a:pt x="335800" y="297700"/>
                  <a:pt x="352425" y="31432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4CC2BCA-4FD3-E92F-7E16-3A8992133B84}"/>
              </a:ext>
            </a:extLst>
          </p:cNvPr>
          <p:cNvSpPr txBox="1"/>
          <p:nvPr/>
        </p:nvSpPr>
        <p:spPr>
          <a:xfrm>
            <a:off x="5912960" y="5365818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1un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6783979-9D41-8ED7-BF20-8FAC5FEBE7B1}"/>
              </a:ext>
            </a:extLst>
          </p:cNvPr>
          <p:cNvSpPr txBox="1"/>
          <p:nvPr/>
        </p:nvSpPr>
        <p:spPr>
          <a:xfrm>
            <a:off x="3163743" y="5858207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1un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5C27132-D56A-C077-7A1A-07B245A062C4}"/>
              </a:ext>
            </a:extLst>
          </p:cNvPr>
          <p:cNvGrpSpPr/>
          <p:nvPr/>
        </p:nvGrpSpPr>
        <p:grpSpPr>
          <a:xfrm>
            <a:off x="7270692" y="4245152"/>
            <a:ext cx="995563" cy="1017879"/>
            <a:chOff x="7408007" y="4411231"/>
            <a:chExt cx="995563" cy="1017879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C99059B3-5E44-CEFF-5682-B78BD97FBA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3092" y="4411231"/>
              <a:ext cx="0" cy="1017879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A1B7A660-0F7D-FD67-3979-89357F1A81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8007" y="5423232"/>
              <a:ext cx="995563" cy="5878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795DF10-CBC9-A36F-114A-7750A53DB9CC}"/>
                  </a:ext>
                </a:extLst>
              </p:cNvPr>
              <p:cNvSpPr/>
              <p:nvPr/>
            </p:nvSpPr>
            <p:spPr>
              <a:xfrm>
                <a:off x="8763581" y="5693318"/>
                <a:ext cx="3206168" cy="70166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Y Error INCREASES when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0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sz="2000" i="1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Corrector</a:t>
                </a: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795DF10-CBC9-A36F-114A-7750A53DB9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581" y="5693318"/>
                <a:ext cx="3206168" cy="701661"/>
              </a:xfrm>
              <a:prstGeom prst="rect">
                <a:avLst/>
              </a:prstGeom>
              <a:blipFill>
                <a:blip r:embed="rId9"/>
                <a:stretch>
                  <a:fillRect t="-4237" b="-13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1666937-740D-0B2F-7253-E1ED25CA7522}"/>
              </a:ext>
            </a:extLst>
          </p:cNvPr>
          <p:cNvSpPr txBox="1"/>
          <p:nvPr/>
        </p:nvSpPr>
        <p:spPr>
          <a:xfrm>
            <a:off x="3852517" y="5349457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1un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78F92-F5F8-9F72-830C-227F17F7FA76}"/>
              </a:ext>
            </a:extLst>
          </p:cNvPr>
          <p:cNvSpPr txBox="1"/>
          <p:nvPr/>
        </p:nvSpPr>
        <p:spPr>
          <a:xfrm>
            <a:off x="5748076" y="4938881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1un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2DB91C-647B-2954-BDDA-15B39DD011E4}"/>
              </a:ext>
            </a:extLst>
          </p:cNvPr>
          <p:cNvSpPr txBox="1"/>
          <p:nvPr/>
        </p:nvSpPr>
        <p:spPr>
          <a:xfrm>
            <a:off x="4843449" y="4922802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POI</a:t>
            </a:r>
          </a:p>
        </p:txBody>
      </p:sp>
    </p:spTree>
    <p:extLst>
      <p:ext uri="{BB962C8B-B14F-4D97-AF65-F5344CB8AC3E}">
        <p14:creationId xmlns:p14="http://schemas.microsoft.com/office/powerpoint/2010/main" val="221813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7696C-AD68-AAB9-3CA9-EC15EAADB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CA7FD-707C-0FCC-37C7-3FC7540D2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Application: Telescope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1F082-5F0F-E9B5-3440-D129E9EC1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9742" y="5428018"/>
            <a:ext cx="10018713" cy="94537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Task</a:t>
            </a:r>
            <a:r>
              <a:rPr lang="en-US" dirty="0"/>
              <a:t>: Determine if the focusing optics of this telescope can be assembled with respect to mechanical datums using mechanical tolerances or require alignment.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D535883-CA6C-1F25-136B-AEED0D65A16B}"/>
              </a:ext>
            </a:extLst>
          </p:cNvPr>
          <p:cNvGrpSpPr/>
          <p:nvPr/>
        </p:nvGrpSpPr>
        <p:grpSpPr>
          <a:xfrm>
            <a:off x="10379555" y="706414"/>
            <a:ext cx="1487389" cy="1257552"/>
            <a:chOff x="1195058" y="2634558"/>
            <a:chExt cx="3485584" cy="218278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913695D-4249-DFC4-7930-9C4AF0790AB7}"/>
                </a:ext>
              </a:extLst>
            </p:cNvPr>
            <p:cNvGrpSpPr/>
            <p:nvPr/>
          </p:nvGrpSpPr>
          <p:grpSpPr>
            <a:xfrm rot="1035470">
              <a:off x="1195058" y="2634558"/>
              <a:ext cx="3485584" cy="697118"/>
              <a:chOff x="2136618" y="2399168"/>
              <a:chExt cx="3485584" cy="697118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2D6EEF9-634F-E9B0-A7DA-9ACEDB6E58D9}"/>
                  </a:ext>
                </a:extLst>
              </p:cNvPr>
              <p:cNvSpPr/>
              <p:nvPr/>
            </p:nvSpPr>
            <p:spPr>
              <a:xfrm>
                <a:off x="2136618" y="2399168"/>
                <a:ext cx="2752254" cy="69711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CCB93E6-8766-D160-D8C5-EAB979306CC1}"/>
                  </a:ext>
                </a:extLst>
              </p:cNvPr>
              <p:cNvSpPr/>
              <p:nvPr/>
            </p:nvSpPr>
            <p:spPr>
              <a:xfrm>
                <a:off x="4888872" y="2602871"/>
                <a:ext cx="733330" cy="2897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2EEA58A-3E9F-14A8-9F4A-1641B933E4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80649" y="3425384"/>
              <a:ext cx="664538" cy="13919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401A824-72B5-0BF5-9A10-5FD13DE0474F}"/>
                </a:ext>
              </a:extLst>
            </p:cNvPr>
            <p:cNvCxnSpPr>
              <a:cxnSpLocks/>
            </p:cNvCxnSpPr>
            <p:nvPr/>
          </p:nvCxnSpPr>
          <p:spPr>
            <a:xfrm>
              <a:off x="3145187" y="3425384"/>
              <a:ext cx="476199" cy="13919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5323E75-0508-4A4F-AA95-8730B93471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1373" y="4817340"/>
              <a:ext cx="24406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CD869E5-CD60-63E6-5050-F371ECBF0587}"/>
              </a:ext>
            </a:extLst>
          </p:cNvPr>
          <p:cNvGrpSpPr/>
          <p:nvPr/>
        </p:nvGrpSpPr>
        <p:grpSpPr>
          <a:xfrm>
            <a:off x="1304214" y="1219590"/>
            <a:ext cx="6296651" cy="2515926"/>
            <a:chOff x="1366063" y="1238995"/>
            <a:chExt cx="6296651" cy="251592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7E3EE9D-BEDB-09F9-923F-A5CC0B62E35A}"/>
                </a:ext>
              </a:extLst>
            </p:cNvPr>
            <p:cNvGrpSpPr/>
            <p:nvPr/>
          </p:nvGrpSpPr>
          <p:grpSpPr>
            <a:xfrm>
              <a:off x="1751230" y="1339625"/>
              <a:ext cx="3485339" cy="697118"/>
              <a:chOff x="5570182" y="2767288"/>
              <a:chExt cx="3485339" cy="69711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9A7EE3D-2CB4-FFA0-68E8-F17D1D65CB09}"/>
                  </a:ext>
                </a:extLst>
              </p:cNvPr>
              <p:cNvSpPr/>
              <p:nvPr/>
            </p:nvSpPr>
            <p:spPr>
              <a:xfrm>
                <a:off x="5570182" y="2767288"/>
                <a:ext cx="2752254" cy="69711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00155A1-EFD6-54D9-B6A4-2A2A3D66FDCF}"/>
                  </a:ext>
                </a:extLst>
              </p:cNvPr>
              <p:cNvSpPr/>
              <p:nvPr/>
            </p:nvSpPr>
            <p:spPr>
              <a:xfrm>
                <a:off x="8322191" y="3000289"/>
                <a:ext cx="733330" cy="2897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D785541-B21C-48CD-E499-7A8E2F5475F9}"/>
                </a:ext>
              </a:extLst>
            </p:cNvPr>
            <p:cNvCxnSpPr>
              <a:cxnSpLocks/>
              <a:stCxn id="18" idx="0"/>
              <a:endCxn id="15" idx="2"/>
            </p:cNvCxnSpPr>
            <p:nvPr/>
          </p:nvCxnSpPr>
          <p:spPr>
            <a:xfrm flipV="1">
              <a:off x="2109758" y="2141280"/>
              <a:ext cx="153153" cy="11283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3386D0B-7632-0271-9C1B-7ECDED467F2D}"/>
                </a:ext>
              </a:extLst>
            </p:cNvPr>
            <p:cNvSpPr/>
            <p:nvPr/>
          </p:nvSpPr>
          <p:spPr>
            <a:xfrm>
              <a:off x="1672370" y="1242902"/>
              <a:ext cx="1181082" cy="898378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330CF40-A91E-4F87-986B-09BE0E3D9BD6}"/>
                </a:ext>
              </a:extLst>
            </p:cNvPr>
            <p:cNvSpPr/>
            <p:nvPr/>
          </p:nvSpPr>
          <p:spPr>
            <a:xfrm>
              <a:off x="2932311" y="1238995"/>
              <a:ext cx="1487389" cy="898378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B3C7155-E760-B6FD-BDE8-2C18DA46158D}"/>
                </a:ext>
              </a:extLst>
            </p:cNvPr>
            <p:cNvSpPr/>
            <p:nvPr/>
          </p:nvSpPr>
          <p:spPr>
            <a:xfrm>
              <a:off x="4582343" y="1436249"/>
              <a:ext cx="594726" cy="562463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7EDEA2F-8E9F-F684-E7A9-180F29643014}"/>
                </a:ext>
              </a:extLst>
            </p:cNvPr>
            <p:cNvSpPr/>
            <p:nvPr/>
          </p:nvSpPr>
          <p:spPr>
            <a:xfrm>
              <a:off x="1366063" y="3269580"/>
              <a:ext cx="1487389" cy="48534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i="1" dirty="0">
                  <a:solidFill>
                    <a:schemeClr val="tx1"/>
                  </a:solidFill>
                </a:rPr>
                <a:t>Focusing Optics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303C531-112F-0091-7C83-D6BC217178E4}"/>
                </a:ext>
              </a:extLst>
            </p:cNvPr>
            <p:cNvCxnSpPr>
              <a:cxnSpLocks/>
              <a:stCxn id="20" idx="0"/>
              <a:endCxn id="16" idx="2"/>
            </p:cNvCxnSpPr>
            <p:nvPr/>
          </p:nvCxnSpPr>
          <p:spPr>
            <a:xfrm flipV="1">
              <a:off x="3676006" y="2137373"/>
              <a:ext cx="0" cy="30513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00AE069-E32E-F9E9-4D5E-D0F43A672C28}"/>
                </a:ext>
              </a:extLst>
            </p:cNvPr>
            <p:cNvSpPr/>
            <p:nvPr/>
          </p:nvSpPr>
          <p:spPr>
            <a:xfrm>
              <a:off x="2740481" y="2442503"/>
              <a:ext cx="1871050" cy="52337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i="1" dirty="0">
                  <a:solidFill>
                    <a:schemeClr val="tx1"/>
                  </a:solidFill>
                </a:rPr>
                <a:t>Aberration Correction Optics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80C4CAE-2AA7-F957-B454-EFEE3A3D43D2}"/>
                </a:ext>
              </a:extLst>
            </p:cNvPr>
            <p:cNvCxnSpPr>
              <a:cxnSpLocks/>
              <a:stCxn id="22" idx="1"/>
              <a:endCxn id="17" idx="3"/>
            </p:cNvCxnSpPr>
            <p:nvPr/>
          </p:nvCxnSpPr>
          <p:spPr>
            <a:xfrm flipH="1">
              <a:off x="5177069" y="1711073"/>
              <a:ext cx="753586" cy="640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94E7324-6CB8-C785-7BE6-FDCCDB0A0F21}"/>
                </a:ext>
              </a:extLst>
            </p:cNvPr>
            <p:cNvSpPr/>
            <p:nvPr/>
          </p:nvSpPr>
          <p:spPr>
            <a:xfrm>
              <a:off x="5930655" y="1449387"/>
              <a:ext cx="1732059" cy="52337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i="1" dirty="0">
                  <a:solidFill>
                    <a:schemeClr val="tx1"/>
                  </a:solidFill>
                </a:rPr>
                <a:t>Eyepiece Imaging Optics</a:t>
              </a: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D8A8B47D-90D5-83E3-A022-808685A67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658" y="2496620"/>
            <a:ext cx="6587247" cy="2472751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9AFEB16-BBFD-600B-452F-7A08F68B4012}"/>
              </a:ext>
            </a:extLst>
          </p:cNvPr>
          <p:cNvCxnSpPr>
            <a:cxnSpLocks/>
            <a:stCxn id="18" idx="3"/>
            <a:endCxn id="23" idx="1"/>
          </p:cNvCxnSpPr>
          <p:nvPr/>
        </p:nvCxnSpPr>
        <p:spPr>
          <a:xfrm>
            <a:off x="2791603" y="3492846"/>
            <a:ext cx="2445055" cy="2401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8AD46CD1-C71C-AA2E-9D2E-84411EF0ECC2}"/>
              </a:ext>
            </a:extLst>
          </p:cNvPr>
          <p:cNvSpPr/>
          <p:nvPr/>
        </p:nvSpPr>
        <p:spPr>
          <a:xfrm>
            <a:off x="6175405" y="4969371"/>
            <a:ext cx="1487389" cy="3294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Ray Trace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8103CC-FF6D-63BA-E430-C881C7C850E5}"/>
              </a:ext>
            </a:extLst>
          </p:cNvPr>
          <p:cNvSpPr/>
          <p:nvPr/>
        </p:nvSpPr>
        <p:spPr>
          <a:xfrm>
            <a:off x="9487896" y="4962615"/>
            <a:ext cx="2021965" cy="3294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Assembly Dimensions</a:t>
            </a:r>
          </a:p>
        </p:txBody>
      </p:sp>
    </p:spTree>
    <p:extLst>
      <p:ext uri="{BB962C8B-B14F-4D97-AF65-F5344CB8AC3E}">
        <p14:creationId xmlns:p14="http://schemas.microsoft.com/office/powerpoint/2010/main" val="1019500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5ABD3-65CC-6DD6-BEC2-0152E8C61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7F0F0-E5C1-3070-DAB8-19A32E7B2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Telescope Objective Requirements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647AE4A-BD7D-54D9-5D61-2C31A18ED3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3953510"/>
              </p:ext>
            </p:extLst>
          </p:nvPr>
        </p:nvGraphicFramePr>
        <p:xfrm>
          <a:off x="2771149" y="1199265"/>
          <a:ext cx="7442892" cy="24401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92596">
                  <a:extLst>
                    <a:ext uri="{9D8B030D-6E8A-4147-A177-3AD203B41FA5}">
                      <a16:colId xmlns:a16="http://schemas.microsoft.com/office/drawing/2014/main" val="1725059062"/>
                    </a:ext>
                  </a:extLst>
                </a:gridCol>
                <a:gridCol w="1270990">
                  <a:extLst>
                    <a:ext uri="{9D8B030D-6E8A-4147-A177-3AD203B41FA5}">
                      <a16:colId xmlns:a16="http://schemas.microsoft.com/office/drawing/2014/main" val="1458117355"/>
                    </a:ext>
                  </a:extLst>
                </a:gridCol>
                <a:gridCol w="1079306">
                  <a:extLst>
                    <a:ext uri="{9D8B030D-6E8A-4147-A177-3AD203B41FA5}">
                      <a16:colId xmlns:a16="http://schemas.microsoft.com/office/drawing/2014/main" val="3012180553"/>
                    </a:ext>
                  </a:extLst>
                </a:gridCol>
              </a:tblGrid>
              <a:tr h="271919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2000" dirty="0">
                          <a:effectLst/>
                          <a:latin typeface="+mn-lt"/>
                        </a:rPr>
                        <a:t>Requirement</a:t>
                      </a:r>
                      <a:endParaRPr lang="en-US" sz="2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2000" dirty="0">
                          <a:effectLst/>
                          <a:latin typeface="+mn-lt"/>
                        </a:rPr>
                        <a:t>Value</a:t>
                      </a:r>
                      <a:endParaRPr lang="en-US" sz="2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2000" dirty="0">
                          <a:effectLst/>
                          <a:latin typeface="+mn-lt"/>
                        </a:rPr>
                        <a:t>Unit</a:t>
                      </a:r>
                      <a:endParaRPr lang="en-US" sz="2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2250231"/>
                  </a:ext>
                </a:extLst>
              </a:tr>
              <a:tr h="489454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Uncertainty must be within </a:t>
                      </a: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±</a:t>
                      </a:r>
                      <a:r>
                        <a:rPr lang="en-US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N-sigma distribution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8861837"/>
                  </a:ext>
                </a:extLst>
              </a:tr>
              <a:tr h="734181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First and Second Mirror, and Pinhole Centration </a:t>
                      </a:r>
                      <a:r>
                        <a:rPr lang="en-US" sz="1800" dirty="0" err="1">
                          <a:effectLst/>
                          <a:latin typeface="+mn-lt"/>
                        </a:rPr>
                        <a:t>wrt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 mechanical datums (</a:t>
                      </a:r>
                      <a:r>
                        <a:rPr lang="en-US" sz="1800" dirty="0" err="1">
                          <a:effectLst/>
                          <a:latin typeface="+mn-lt"/>
                        </a:rPr>
                        <a:t>x,y,z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)</a:t>
                      </a:r>
                      <a:endParaRPr lang="en-US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0.08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0.08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0.08</a:t>
                      </a:r>
                      <a:endParaRPr lang="en-US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mm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mm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mm </a:t>
                      </a:r>
                      <a:endParaRPr lang="en-US" sz="18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3353559"/>
                  </a:ext>
                </a:extLst>
              </a:tr>
              <a:tr h="734181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First and Second Mirror Orientation </a:t>
                      </a:r>
                      <a:r>
                        <a:rPr lang="en-US" sz="1800" dirty="0" err="1">
                          <a:effectLst/>
                          <a:latin typeface="+mn-lt"/>
                        </a:rPr>
                        <a:t>wrt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 mechanical datums (Tx, Ty, </a:t>
                      </a:r>
                      <a:r>
                        <a:rPr lang="en-US" sz="1800" dirty="0" err="1">
                          <a:effectLst/>
                          <a:latin typeface="+mn-lt"/>
                        </a:rPr>
                        <a:t>Tz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)</a:t>
                      </a:r>
                      <a:endParaRPr lang="en-US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1.7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1.7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25</a:t>
                      </a:r>
                      <a:endParaRPr lang="en-US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 dirty="0" err="1">
                          <a:effectLst/>
                          <a:latin typeface="+mn-lt"/>
                        </a:rPr>
                        <a:t>mrad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 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 err="1">
                          <a:effectLst/>
                          <a:latin typeface="+mn-lt"/>
                        </a:rPr>
                        <a:t>mrad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 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 err="1">
                          <a:effectLst/>
                          <a:latin typeface="+mn-lt"/>
                        </a:rPr>
                        <a:t>mrad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 </a:t>
                      </a:r>
                      <a:endParaRPr lang="en-US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4216170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E464CF2-D75B-893E-389F-AE70ADF4B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972" y="3839477"/>
            <a:ext cx="6587247" cy="247275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02555CC-C45A-6CC2-7BEC-46935297DB53}"/>
              </a:ext>
            </a:extLst>
          </p:cNvPr>
          <p:cNvSpPr/>
          <p:nvPr/>
        </p:nvSpPr>
        <p:spPr>
          <a:xfrm>
            <a:off x="4113141" y="6318984"/>
            <a:ext cx="1487389" cy="3294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Ray Trace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EB4DFC-EBCB-1A85-6730-961925A6A150}"/>
              </a:ext>
            </a:extLst>
          </p:cNvPr>
          <p:cNvSpPr/>
          <p:nvPr/>
        </p:nvSpPr>
        <p:spPr>
          <a:xfrm>
            <a:off x="7532637" y="6312228"/>
            <a:ext cx="2021965" cy="3294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Assembly Dimensions</a:t>
            </a:r>
          </a:p>
        </p:txBody>
      </p:sp>
    </p:spTree>
    <p:extLst>
      <p:ext uri="{BB962C8B-B14F-4D97-AF65-F5344CB8AC3E}">
        <p14:creationId xmlns:p14="http://schemas.microsoft.com/office/powerpoint/2010/main" val="4222304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71B44-89E7-B833-45CB-3E05B0828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3AF5D-8AB9-F211-D5BE-8122DA3A2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System Error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B0FDB-D32B-0993-1E74-A82111655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032" y="1847851"/>
            <a:ext cx="4411579" cy="3943350"/>
          </a:xfrm>
        </p:spPr>
        <p:txBody>
          <a:bodyPr/>
          <a:lstStyle/>
          <a:p>
            <a:r>
              <a:rPr lang="en-US" dirty="0"/>
              <a:t>3 transform paths from each optic center to mechanical datums.</a:t>
            </a:r>
          </a:p>
          <a:p>
            <a:r>
              <a:rPr lang="en-US" dirty="0"/>
              <a:t>Each feature has tolerances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180E29-50C2-DCDB-DC4C-8FBC3FEE6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770" y="1724026"/>
            <a:ext cx="6200775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207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53CD4-1653-E04D-E0CE-0EC74169D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D2CED-4A42-759D-4168-855028540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066800"/>
          </a:xfrm>
        </p:spPr>
        <p:txBody>
          <a:bodyPr/>
          <a:lstStyle/>
          <a:p>
            <a:r>
              <a:rPr lang="en-US" dirty="0"/>
              <a:t>Fixed Optic Model Outputs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B1ECD8-C6B5-1DF2-DA34-86C3F55D8F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310" y="3968473"/>
            <a:ext cx="3340609" cy="8336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81586D-5B9F-AA70-1741-4927518E9B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883" y="3968473"/>
            <a:ext cx="3340609" cy="8336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2014B7-1290-96C2-AF34-0DA3963052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690" y="3968473"/>
            <a:ext cx="3312333" cy="8336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B507E4-0C5C-366C-ED1A-16DEB0A80FD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310" y="4817349"/>
            <a:ext cx="6706380" cy="11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4C2C382-92BE-D7E8-B005-D724C2C418DC}"/>
              </a:ext>
            </a:extLst>
          </p:cNvPr>
          <p:cNvSpPr/>
          <p:nvPr/>
        </p:nvSpPr>
        <p:spPr>
          <a:xfrm>
            <a:off x="8665599" y="5147066"/>
            <a:ext cx="3206168" cy="7016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Requirements not met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D4A302-CD45-910C-EF4E-90932C77A44A}"/>
              </a:ext>
            </a:extLst>
          </p:cNvPr>
          <p:cNvSpPr/>
          <p:nvPr/>
        </p:nvSpPr>
        <p:spPr>
          <a:xfrm>
            <a:off x="4478901" y="5793009"/>
            <a:ext cx="3030851" cy="23495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08211D-4E67-C083-8B18-B2D8A85A3929}"/>
              </a:ext>
            </a:extLst>
          </p:cNvPr>
          <p:cNvSpPr/>
          <p:nvPr/>
        </p:nvSpPr>
        <p:spPr>
          <a:xfrm>
            <a:off x="4478901" y="5576602"/>
            <a:ext cx="3030851" cy="23495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126E33-AAA2-C3E3-BA8F-36C6C31BB9D0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8190690" y="5497897"/>
            <a:ext cx="474909" cy="14208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60419DD-0ABC-E974-2429-AE64C18E8DD6}"/>
              </a:ext>
            </a:extLst>
          </p:cNvPr>
          <p:cNvSpPr/>
          <p:nvPr/>
        </p:nvSpPr>
        <p:spPr>
          <a:xfrm>
            <a:off x="4478901" y="5356912"/>
            <a:ext cx="1260418" cy="23495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0CD2E2-549D-A76D-3810-A9AF3DD690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4310" y="963040"/>
            <a:ext cx="10018713" cy="29986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E3A13F-85F9-4C39-5A40-77733801B1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71812" y="1682178"/>
            <a:ext cx="1472852" cy="6477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F065C6-5B2E-5DD0-13B6-1C78A95513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5075" y="1682177"/>
            <a:ext cx="1543050" cy="6477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602ECFF-7E5E-A5C3-D651-8BE89D9D130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39300" y="1682177"/>
            <a:ext cx="1508216" cy="6477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3899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3C6C3-52D6-98F2-3940-D848EC338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3DF38-63FB-5EF3-57C8-F6C88B4CC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066800"/>
          </a:xfrm>
        </p:spPr>
        <p:txBody>
          <a:bodyPr/>
          <a:lstStyle/>
          <a:p>
            <a:r>
              <a:rPr lang="en-US" dirty="0"/>
              <a:t>Fixed Optic Model Output Histograms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2B8468-35DA-6689-9413-491A6113DB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10" y="1066800"/>
            <a:ext cx="6971865" cy="17397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B7CBDD-ABB7-0AE4-2C8A-45C3899BEC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10" y="2806538"/>
            <a:ext cx="6971865" cy="17397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86588A-DEC4-8683-5DFD-BD5F970E90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10" y="4546276"/>
            <a:ext cx="6971865" cy="17397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2471BA4-79DB-BDDF-D695-04512F5F93D2}"/>
              </a:ext>
            </a:extLst>
          </p:cNvPr>
          <p:cNvSpPr/>
          <p:nvPr/>
        </p:nvSpPr>
        <p:spPr>
          <a:xfrm>
            <a:off x="1484310" y="1800339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CS1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AB23B9-C712-4CF2-63F7-F843C027E753}"/>
              </a:ext>
            </a:extLst>
          </p:cNvPr>
          <p:cNvSpPr/>
          <p:nvPr/>
        </p:nvSpPr>
        <p:spPr>
          <a:xfrm>
            <a:off x="1484310" y="3540077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CS2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DCCCCD-A0D1-DEDA-A651-C4559AD9E304}"/>
              </a:ext>
            </a:extLst>
          </p:cNvPr>
          <p:cNvSpPr/>
          <p:nvPr/>
        </p:nvSpPr>
        <p:spPr>
          <a:xfrm>
            <a:off x="1484310" y="5279815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CS3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577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15FB5-CB18-04E9-4167-D448FA28D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7825E410-48F2-6B41-4DC7-069EA311B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736" y="4930510"/>
            <a:ext cx="6372225" cy="342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58A43A8-D8B3-9228-ECA9-A8A595FDB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736" y="5287028"/>
            <a:ext cx="6372224" cy="3714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BABCDA-46BE-0BB4-C69A-D31F69068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19" y="0"/>
            <a:ext cx="10018713" cy="1066800"/>
          </a:xfrm>
        </p:spPr>
        <p:txBody>
          <a:bodyPr/>
          <a:lstStyle/>
          <a:p>
            <a:r>
              <a:rPr lang="en-US" dirty="0"/>
              <a:t>Aligned Optic Model Outputs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1B1EB8-48D9-40B1-E7B9-E4BCF3D856E9}"/>
              </a:ext>
            </a:extLst>
          </p:cNvPr>
          <p:cNvSpPr/>
          <p:nvPr/>
        </p:nvSpPr>
        <p:spPr>
          <a:xfrm>
            <a:off x="9040218" y="5867911"/>
            <a:ext cx="2377571" cy="55139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Requirements met</a:t>
            </a:r>
          </a:p>
        </p:txBody>
      </p:sp>
      <p:pic>
        <p:nvPicPr>
          <p:cNvPr id="38" name="Picture 3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030F96-D966-3020-CAC9-808D6B55E7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3736" y="962391"/>
            <a:ext cx="9459885" cy="28313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8DD715A-1A5C-00D0-1F97-66F4C7E6D3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737" y="3807405"/>
            <a:ext cx="3173206" cy="7652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EFEAC38-1D91-2BC5-D1AC-3DC736C04D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6453" y="3807405"/>
            <a:ext cx="3141317" cy="7652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90FB0E4-48F4-7376-C76C-28A270972C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7281" y="3800209"/>
            <a:ext cx="3126340" cy="7724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EA2FEFE-84A1-94BD-EA25-FA9E7BFE29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3736" y="4586294"/>
            <a:ext cx="6372224" cy="3524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E91ABBD-FEDD-B8A3-DAD8-A50B73E98D0D}"/>
              </a:ext>
            </a:extLst>
          </p:cNvPr>
          <p:cNvSpPr/>
          <p:nvPr/>
        </p:nvSpPr>
        <p:spPr>
          <a:xfrm>
            <a:off x="4566451" y="4572676"/>
            <a:ext cx="1114502" cy="200736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EA14D1-965E-87E6-FD1D-41A0B68D562C}"/>
              </a:ext>
            </a:extLst>
          </p:cNvPr>
          <p:cNvSpPr/>
          <p:nvPr/>
        </p:nvSpPr>
        <p:spPr>
          <a:xfrm>
            <a:off x="4566451" y="4917850"/>
            <a:ext cx="2826570" cy="177967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AC8E509-978A-2A56-0DC7-6C05B527BC84}"/>
              </a:ext>
            </a:extLst>
          </p:cNvPr>
          <p:cNvSpPr/>
          <p:nvPr/>
        </p:nvSpPr>
        <p:spPr>
          <a:xfrm>
            <a:off x="4566451" y="5304164"/>
            <a:ext cx="2826570" cy="177967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D2ED557-4B90-15CF-988F-C60B361FB15F}"/>
              </a:ext>
            </a:extLst>
          </p:cNvPr>
          <p:cNvCxnSpPr>
            <a:cxnSpLocks/>
            <a:stCxn id="13" idx="1"/>
            <a:endCxn id="55" idx="3"/>
          </p:cNvCxnSpPr>
          <p:nvPr/>
        </p:nvCxnSpPr>
        <p:spPr>
          <a:xfrm flipH="1">
            <a:off x="7985961" y="6143608"/>
            <a:ext cx="1054257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Picture 54">
            <a:extLst>
              <a:ext uri="{FF2B5EF4-FFF2-40B4-BE49-F238E27FC236}">
                <a16:creationId xmlns:a16="http://schemas.microsoft.com/office/drawing/2014/main" id="{EA800C2E-1B8A-EB71-732E-43D00F73E6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3737" y="5672121"/>
            <a:ext cx="6372224" cy="9429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3573D42-6B3F-4F91-08CA-BE9047AEF1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13901" y="1613774"/>
            <a:ext cx="1352550" cy="609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147B0109-F13E-81DB-DCE9-DD8D959D1E5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9676" y="1626658"/>
            <a:ext cx="1285875" cy="609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1333F21-E3AA-302B-C1C2-D84DBE5F1B0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10451" y="1626658"/>
            <a:ext cx="1247775" cy="5810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B313B9-17E4-75D4-816E-29E9CDAD49F6}"/>
              </a:ext>
            </a:extLst>
          </p:cNvPr>
          <p:cNvSpPr/>
          <p:nvPr/>
        </p:nvSpPr>
        <p:spPr>
          <a:xfrm>
            <a:off x="8544861" y="4949903"/>
            <a:ext cx="2033403" cy="28394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Correctors Used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11E712A-C138-8038-3374-19393A61B14D}"/>
              </a:ext>
            </a:extLst>
          </p:cNvPr>
          <p:cNvCxnSpPr>
            <a:cxnSpLocks/>
            <a:stCxn id="4" idx="1"/>
            <a:endCxn id="45" idx="3"/>
          </p:cNvCxnSpPr>
          <p:nvPr/>
        </p:nvCxnSpPr>
        <p:spPr>
          <a:xfrm flipH="1">
            <a:off x="7985961" y="5091875"/>
            <a:ext cx="558900" cy="100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083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2C412-D880-670E-EF61-3437121B2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4601F-6CEB-108B-8692-AE828A627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066800"/>
          </a:xfrm>
        </p:spPr>
        <p:txBody>
          <a:bodyPr/>
          <a:lstStyle/>
          <a:p>
            <a:r>
              <a:rPr lang="en-US" dirty="0"/>
              <a:t>Aligned Optic Model Output Histograms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53D15B-2E7B-D43C-BB8D-9BD179FEEF13}"/>
              </a:ext>
            </a:extLst>
          </p:cNvPr>
          <p:cNvSpPr/>
          <p:nvPr/>
        </p:nvSpPr>
        <p:spPr>
          <a:xfrm>
            <a:off x="1484310" y="1800339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CS1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A84289-EBDD-4897-7947-ACCB0230831D}"/>
              </a:ext>
            </a:extLst>
          </p:cNvPr>
          <p:cNvSpPr/>
          <p:nvPr/>
        </p:nvSpPr>
        <p:spPr>
          <a:xfrm>
            <a:off x="1484310" y="3540077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CS2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B5546F-706E-7F18-2BCF-C0F40BD113CB}"/>
              </a:ext>
            </a:extLst>
          </p:cNvPr>
          <p:cNvSpPr/>
          <p:nvPr/>
        </p:nvSpPr>
        <p:spPr>
          <a:xfrm>
            <a:off x="1484310" y="5279815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CS3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358B8E-1842-703D-BE5A-121E2E8EC4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09" y="1125159"/>
            <a:ext cx="6971865" cy="16813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19FB95-9023-E5F4-9740-41F8CA1B8D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09" y="2806539"/>
            <a:ext cx="6971865" cy="16984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98EA90-7E7B-CEAA-651D-767A558D6E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08" y="4507348"/>
            <a:ext cx="6971865" cy="17226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84351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69484-2B01-2177-3281-E4FEFBA34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A6A46-4234-222F-0C22-D6D420FDC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AC64D-AA33-84BE-90B3-DC45BC3D2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47851"/>
            <a:ext cx="10018713" cy="3943350"/>
          </a:xfrm>
        </p:spPr>
        <p:txBody>
          <a:bodyPr/>
          <a:lstStyle/>
          <a:p>
            <a:r>
              <a:rPr lang="en-US" dirty="0"/>
              <a:t>Script is a powerful addition to the ME’s toolbox for rapid tolerance analysis and determination of required corrector axes and ranges</a:t>
            </a:r>
          </a:p>
          <a:p>
            <a:r>
              <a:rPr lang="en-US" dirty="0"/>
              <a:t>Script is open sourced and may be plugged into custom analyses in MATLAB, however, functions well for studies completely built in Excel for non-programmers.</a:t>
            </a:r>
          </a:p>
          <a:p>
            <a:r>
              <a:rPr lang="en-US" dirty="0"/>
              <a:t>Systems of high complexity may be modeled with a few bridges in Excel called the “Math Model”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855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F1FA2-5689-AB90-E5F3-6DC94C4C4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38763-2418-5C27-7D2F-2C1F128BC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F5939-78C1-A455-96AF-D9541E90D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47851"/>
            <a:ext cx="10018713" cy="3943350"/>
          </a:xfrm>
        </p:spPr>
        <p:txBody>
          <a:bodyPr/>
          <a:lstStyle/>
          <a:p>
            <a:r>
              <a:rPr lang="en-US" dirty="0"/>
              <a:t>Embed macro into Excel and pre-compile MATLAB script</a:t>
            </a:r>
          </a:p>
          <a:p>
            <a:r>
              <a:rPr lang="en-US" dirty="0"/>
              <a:t>Add sensitivity input option for non-mechanical error analysis</a:t>
            </a:r>
          </a:p>
          <a:p>
            <a:r>
              <a:rPr lang="en-US" dirty="0"/>
              <a:t>Add ability to change input error distribution types</a:t>
            </a:r>
          </a:p>
          <a:p>
            <a:r>
              <a:rPr lang="en-US" dirty="0"/>
              <a:t>Add code smarts to suggest corrector range and resolution when given requirements.</a:t>
            </a:r>
          </a:p>
          <a:p>
            <a:r>
              <a:rPr lang="en-US" dirty="0"/>
              <a:t>Add code smart to use corrector as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± centered at zero instead of always +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1804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2768</TotalTime>
  <Words>1769</Words>
  <Application>Microsoft Office PowerPoint</Application>
  <PresentationFormat>Widescreen</PresentationFormat>
  <Paragraphs>312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Abadi</vt:lpstr>
      <vt:lpstr>Aptos</vt:lpstr>
      <vt:lpstr>Arial</vt:lpstr>
      <vt:lpstr>Calibri</vt:lpstr>
      <vt:lpstr>Cambria Math</vt:lpstr>
      <vt:lpstr>Corbel</vt:lpstr>
      <vt:lpstr>Univers</vt:lpstr>
      <vt:lpstr>Parallax</vt:lpstr>
      <vt:lpstr>APPLICATION FOR APPLYING CORRECTORS WITH COUPLED ERROR TO TOLERANCE ANALYSIS</vt:lpstr>
      <vt:lpstr>Error Budgets and Why they are Feared</vt:lpstr>
      <vt:lpstr>Error Budget Definitions</vt:lpstr>
      <vt:lpstr>Generalized Error Analysis with Coupled Motion</vt:lpstr>
      <vt:lpstr>Application Overview</vt:lpstr>
      <vt:lpstr>PowerPoint Presentation</vt:lpstr>
      <vt:lpstr>Error Model by HTM</vt:lpstr>
      <vt:lpstr>Error Corrector Definition</vt:lpstr>
      <vt:lpstr>Error Correcting by HTM</vt:lpstr>
      <vt:lpstr>Model Validation 1</vt:lpstr>
      <vt:lpstr>Model Validation 2</vt:lpstr>
      <vt:lpstr>Application: Telescope Objective</vt:lpstr>
      <vt:lpstr>Telescope Objective Requirements</vt:lpstr>
      <vt:lpstr>System Error Model</vt:lpstr>
      <vt:lpstr>Fixed Optic Model Outputs</vt:lpstr>
      <vt:lpstr>Fixed Optic Model Output Histograms</vt:lpstr>
      <vt:lpstr>Aligned Optic Model Outputs</vt:lpstr>
      <vt:lpstr>Aligned Optic Model Output Histograms</vt:lpstr>
      <vt:lpstr>Conclusion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Seawright, Tyler</dc:creator>
  <cp:lastModifiedBy>Seawright, Tyler</cp:lastModifiedBy>
  <cp:revision>1</cp:revision>
  <dcterms:created xsi:type="dcterms:W3CDTF">2025-07-08T01:57:53Z</dcterms:created>
  <dcterms:modified xsi:type="dcterms:W3CDTF">2025-07-11T22:07:45Z</dcterms:modified>
</cp:coreProperties>
</file>