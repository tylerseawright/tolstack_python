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44EEB-1104-4084-83A5-DCC3692DDE30}" v="164" dt="2025-07-09T22:58:13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wright, Tyler" userId="0d679dc6-d022-4613-aaa8-d4a403513003" providerId="ADAL" clId="{0B444EEB-1104-4084-83A5-DCC3692DDE30}"/>
    <pc:docChg chg="undo redo custSel addSld delSld modSld">
      <pc:chgData name="Seawright, Tyler" userId="0d679dc6-d022-4613-aaa8-d4a403513003" providerId="ADAL" clId="{0B444EEB-1104-4084-83A5-DCC3692DDE30}" dt="2025-07-09T22:58:19.311" v="1069" actId="14100"/>
      <pc:docMkLst>
        <pc:docMk/>
      </pc:docMkLst>
      <pc:sldChg chg="modSp mod">
        <pc:chgData name="Seawright, Tyler" userId="0d679dc6-d022-4613-aaa8-d4a403513003" providerId="ADAL" clId="{0B444EEB-1104-4084-83A5-DCC3692DDE30}" dt="2025-07-02T21:24:08.045" v="19" actId="20577"/>
        <pc:sldMkLst>
          <pc:docMk/>
          <pc:sldMk cId="1949375387" sldId="256"/>
        </pc:sldMkLst>
        <pc:spChg chg="mod">
          <ac:chgData name="Seawright, Tyler" userId="0d679dc6-d022-4613-aaa8-d4a403513003" providerId="ADAL" clId="{0B444EEB-1104-4084-83A5-DCC3692DDE30}" dt="2025-07-02T21:24:08.045" v="19" actId="20577"/>
          <ac:spMkLst>
            <pc:docMk/>
            <pc:sldMk cId="1949375387" sldId="256"/>
            <ac:spMk id="2" creationId="{B3E7F1F0-805F-355A-4F14-05F50888410B}"/>
          </ac:spMkLst>
        </pc:spChg>
      </pc:sldChg>
      <pc:sldChg chg="addSp delSp modSp new mod">
        <pc:chgData name="Seawright, Tyler" userId="0d679dc6-d022-4613-aaa8-d4a403513003" providerId="ADAL" clId="{0B444EEB-1104-4084-83A5-DCC3692DDE30}" dt="2025-07-08T20:11:00.137" v="1061" actId="1076"/>
        <pc:sldMkLst>
          <pc:docMk/>
          <pc:sldMk cId="486168627" sldId="257"/>
        </pc:sldMkLst>
        <pc:spChg chg="mod">
          <ac:chgData name="Seawright, Tyler" userId="0d679dc6-d022-4613-aaa8-d4a403513003" providerId="ADAL" clId="{0B444EEB-1104-4084-83A5-DCC3692DDE30}" dt="2025-07-02T21:24:20.315" v="38" actId="20577"/>
          <ac:spMkLst>
            <pc:docMk/>
            <pc:sldMk cId="486168627" sldId="257"/>
            <ac:spMk id="2" creationId="{4B2FD792-D93D-424B-0AF2-8F3870249C49}"/>
          </ac:spMkLst>
        </pc:spChg>
        <pc:spChg chg="add mod">
          <ac:chgData name="Seawright, Tyler" userId="0d679dc6-d022-4613-aaa8-d4a403513003" providerId="ADAL" clId="{0B444EEB-1104-4084-83A5-DCC3692DDE30}" dt="2025-07-08T20:10:55.816" v="1058" actId="165"/>
          <ac:spMkLst>
            <pc:docMk/>
            <pc:sldMk cId="486168627" sldId="257"/>
            <ac:spMk id="3" creationId="{CF2CEF98-E6FD-DEB2-6F89-BC10F41FCC96}"/>
          </ac:spMkLst>
        </pc:spChg>
        <pc:spChg chg="add mod">
          <ac:chgData name="Seawright, Tyler" userId="0d679dc6-d022-4613-aaa8-d4a403513003" providerId="ADAL" clId="{0B444EEB-1104-4084-83A5-DCC3692DDE30}" dt="2025-07-08T20:10:55.816" v="1058" actId="165"/>
          <ac:spMkLst>
            <pc:docMk/>
            <pc:sldMk cId="486168627" sldId="257"/>
            <ac:spMk id="4" creationId="{048254B4-1A6D-B31A-DB89-CB010CD5BE70}"/>
          </ac:spMkLst>
        </pc:spChg>
        <pc:spChg chg="add mod topLvl">
          <ac:chgData name="Seawright, Tyler" userId="0d679dc6-d022-4613-aaa8-d4a403513003" providerId="ADAL" clId="{0B444EEB-1104-4084-83A5-DCC3692DDE30}" dt="2025-07-02T21:27:37.977" v="87" actId="164"/>
          <ac:spMkLst>
            <pc:docMk/>
            <pc:sldMk cId="486168627" sldId="257"/>
            <ac:spMk id="21" creationId="{E1BCB6F1-5D3A-6776-1348-9403003223FC}"/>
          </ac:spMkLst>
        </pc:spChg>
        <pc:spChg chg="add mod topLvl">
          <ac:chgData name="Seawright, Tyler" userId="0d679dc6-d022-4613-aaa8-d4a403513003" providerId="ADAL" clId="{0B444EEB-1104-4084-83A5-DCC3692DDE30}" dt="2025-07-02T21:27:37.977" v="87" actId="164"/>
          <ac:spMkLst>
            <pc:docMk/>
            <pc:sldMk cId="486168627" sldId="257"/>
            <ac:spMk id="22" creationId="{0976E36A-77F9-3552-0BE8-D9F90B3AA4DA}"/>
          </ac:spMkLst>
        </pc:spChg>
        <pc:spChg chg="add mod">
          <ac:chgData name="Seawright, Tyler" userId="0d679dc6-d022-4613-aaa8-d4a403513003" providerId="ADAL" clId="{0B444EEB-1104-4084-83A5-DCC3692DDE30}" dt="2025-07-02T21:31:13.412" v="230" actId="1076"/>
          <ac:spMkLst>
            <pc:docMk/>
            <pc:sldMk cId="486168627" sldId="257"/>
            <ac:spMk id="28" creationId="{D4B03902-1187-AC75-BFE2-6834630A7096}"/>
          </ac:spMkLst>
        </pc:spChg>
        <pc:spChg chg="mod">
          <ac:chgData name="Seawright, Tyler" userId="0d679dc6-d022-4613-aaa8-d4a403513003" providerId="ADAL" clId="{0B444EEB-1104-4084-83A5-DCC3692DDE30}" dt="2025-07-02T21:28:10.969" v="94"/>
          <ac:spMkLst>
            <pc:docMk/>
            <pc:sldMk cId="486168627" sldId="257"/>
            <ac:spMk id="30" creationId="{5BE0A25D-E231-8404-92CB-960777524E2B}"/>
          </ac:spMkLst>
        </pc:spChg>
        <pc:spChg chg="mod">
          <ac:chgData name="Seawright, Tyler" userId="0d679dc6-d022-4613-aaa8-d4a403513003" providerId="ADAL" clId="{0B444EEB-1104-4084-83A5-DCC3692DDE30}" dt="2025-07-02T21:28:10.969" v="94"/>
          <ac:spMkLst>
            <pc:docMk/>
            <pc:sldMk cId="486168627" sldId="257"/>
            <ac:spMk id="31" creationId="{6867F4DE-50A7-275F-FD1A-3247EB129819}"/>
          </ac:spMkLst>
        </pc:spChg>
        <pc:spChg chg="add mod">
          <ac:chgData name="Seawright, Tyler" userId="0d679dc6-d022-4613-aaa8-d4a403513003" providerId="ADAL" clId="{0B444EEB-1104-4084-83A5-DCC3692DDE30}" dt="2025-07-02T21:31:13.412" v="230" actId="1076"/>
          <ac:spMkLst>
            <pc:docMk/>
            <pc:sldMk cId="486168627" sldId="257"/>
            <ac:spMk id="32" creationId="{66B2B421-F487-A399-11AF-4484A188C2DD}"/>
          </ac:spMkLst>
        </pc:spChg>
        <pc:spChg chg="add mod">
          <ac:chgData name="Seawright, Tyler" userId="0d679dc6-d022-4613-aaa8-d4a403513003" providerId="ADAL" clId="{0B444EEB-1104-4084-83A5-DCC3692DDE30}" dt="2025-07-02T21:31:13.412" v="230" actId="1076"/>
          <ac:spMkLst>
            <pc:docMk/>
            <pc:sldMk cId="486168627" sldId="257"/>
            <ac:spMk id="33" creationId="{B66878F6-F87F-AF95-FAC8-76752EBC8632}"/>
          </ac:spMkLst>
        </pc:spChg>
        <pc:spChg chg="add mod">
          <ac:chgData name="Seawright, Tyler" userId="0d679dc6-d022-4613-aaa8-d4a403513003" providerId="ADAL" clId="{0B444EEB-1104-4084-83A5-DCC3692DDE30}" dt="2025-07-02T22:15:45.425" v="512" actId="20577"/>
          <ac:spMkLst>
            <pc:docMk/>
            <pc:sldMk cId="486168627" sldId="257"/>
            <ac:spMk id="34" creationId="{CB2B6243-0299-51A6-41E7-A3FCA2FDB5CD}"/>
          </ac:spMkLst>
        </pc:spChg>
        <pc:spChg chg="add mod">
          <ac:chgData name="Seawright, Tyler" userId="0d679dc6-d022-4613-aaa8-d4a403513003" providerId="ADAL" clId="{0B444EEB-1104-4084-83A5-DCC3692DDE30}" dt="2025-07-02T21:31:13.412" v="230" actId="1076"/>
          <ac:spMkLst>
            <pc:docMk/>
            <pc:sldMk cId="486168627" sldId="257"/>
            <ac:spMk id="36" creationId="{F97266B7-D5AD-47B7-F5A0-EA9995C295AB}"/>
          </ac:spMkLst>
        </pc:spChg>
        <pc:spChg chg="add mod">
          <ac:chgData name="Seawright, Tyler" userId="0d679dc6-d022-4613-aaa8-d4a403513003" providerId="ADAL" clId="{0B444EEB-1104-4084-83A5-DCC3692DDE30}" dt="2025-07-02T21:31:13.412" v="230" actId="1076"/>
          <ac:spMkLst>
            <pc:docMk/>
            <pc:sldMk cId="486168627" sldId="257"/>
            <ac:spMk id="42" creationId="{AD889EAF-9494-AF77-E4CE-789FE3C87336}"/>
          </ac:spMkLst>
        </pc:spChg>
        <pc:grpChg chg="add mod topLvl">
          <ac:chgData name="Seawright, Tyler" userId="0d679dc6-d022-4613-aaa8-d4a403513003" providerId="ADAL" clId="{0B444EEB-1104-4084-83A5-DCC3692DDE30}" dt="2025-07-08T20:10:58.795" v="1059" actId="164"/>
          <ac:grpSpMkLst>
            <pc:docMk/>
            <pc:sldMk cId="486168627" sldId="257"/>
            <ac:grpSpMk id="5" creationId="{87E07488-994C-4436-D251-1FB7F1BEC3C1}"/>
          </ac:grpSpMkLst>
        </pc:grpChg>
        <pc:grpChg chg="add mod">
          <ac:chgData name="Seawright, Tyler" userId="0d679dc6-d022-4613-aaa8-d4a403513003" providerId="ADAL" clId="{0B444EEB-1104-4084-83A5-DCC3692DDE30}" dt="2025-07-08T20:11:00.137" v="1061" actId="1076"/>
          <ac:grpSpMkLst>
            <pc:docMk/>
            <pc:sldMk cId="486168627" sldId="257"/>
            <ac:grpSpMk id="6" creationId="{1CDB2064-A03A-8C36-0D26-E91BD21E8806}"/>
          </ac:grpSpMkLst>
        </pc:grpChg>
        <pc:grpChg chg="add del mod">
          <ac:chgData name="Seawright, Tyler" userId="0d679dc6-d022-4613-aaa8-d4a403513003" providerId="ADAL" clId="{0B444EEB-1104-4084-83A5-DCC3692DDE30}" dt="2025-07-08T20:10:55.816" v="1058" actId="165"/>
          <ac:grpSpMkLst>
            <pc:docMk/>
            <pc:sldMk cId="486168627" sldId="257"/>
            <ac:grpSpMk id="17" creationId="{CB9F11D2-5C8E-5E97-6E43-F44C0CA5414B}"/>
          </ac:grpSpMkLst>
        </pc:grpChg>
        <pc:grpChg chg="add mod">
          <ac:chgData name="Seawright, Tyler" userId="0d679dc6-d022-4613-aaa8-d4a403513003" providerId="ADAL" clId="{0B444EEB-1104-4084-83A5-DCC3692DDE30}" dt="2025-07-02T21:31:13.412" v="230" actId="1076"/>
          <ac:grpSpMkLst>
            <pc:docMk/>
            <pc:sldMk cId="486168627" sldId="257"/>
            <ac:grpSpMk id="25" creationId="{62E2702A-A9BE-92F3-DB22-3CF239D7EF65}"/>
          </ac:grpSpMkLst>
        </pc:grpChg>
        <pc:grpChg chg="add mod">
          <ac:chgData name="Seawright, Tyler" userId="0d679dc6-d022-4613-aaa8-d4a403513003" providerId="ADAL" clId="{0B444EEB-1104-4084-83A5-DCC3692DDE30}" dt="2025-07-02T21:28:12.755" v="95" actId="1076"/>
          <ac:grpSpMkLst>
            <pc:docMk/>
            <pc:sldMk cId="486168627" sldId="257"/>
            <ac:grpSpMk id="29" creationId="{5D5430C5-F0D3-AAAB-142C-EB3DE54EA60F}"/>
          </ac:grpSpMkLst>
        </pc:grpChg>
        <pc:cxnChg chg="add mod topLvl">
          <ac:chgData name="Seawright, Tyler" userId="0d679dc6-d022-4613-aaa8-d4a403513003" providerId="ADAL" clId="{0B444EEB-1104-4084-83A5-DCC3692DDE30}" dt="2025-07-08T20:10:58.795" v="1059" actId="164"/>
          <ac:cxnSpMkLst>
            <pc:docMk/>
            <pc:sldMk cId="486168627" sldId="257"/>
            <ac:cxnSpMk id="7" creationId="{2F875EBD-35D1-6246-1777-8F7C77A1D7CB}"/>
          </ac:cxnSpMkLst>
        </pc:cxnChg>
        <pc:cxnChg chg="add mod topLvl">
          <ac:chgData name="Seawright, Tyler" userId="0d679dc6-d022-4613-aaa8-d4a403513003" providerId="ADAL" clId="{0B444EEB-1104-4084-83A5-DCC3692DDE30}" dt="2025-07-08T20:10:58.795" v="1059" actId="164"/>
          <ac:cxnSpMkLst>
            <pc:docMk/>
            <pc:sldMk cId="486168627" sldId="257"/>
            <ac:cxnSpMk id="9" creationId="{989092E0-D9EF-021E-0433-CF15B7B2D463}"/>
          </ac:cxnSpMkLst>
        </pc:cxnChg>
        <pc:cxnChg chg="add mod topLvl">
          <ac:chgData name="Seawright, Tyler" userId="0d679dc6-d022-4613-aaa8-d4a403513003" providerId="ADAL" clId="{0B444EEB-1104-4084-83A5-DCC3692DDE30}" dt="2025-07-08T20:10:58.795" v="1059" actId="164"/>
          <ac:cxnSpMkLst>
            <pc:docMk/>
            <pc:sldMk cId="486168627" sldId="257"/>
            <ac:cxnSpMk id="12" creationId="{C2E10169-6F36-D7FB-2FBB-299775EBC848}"/>
          </ac:cxnSpMkLst>
        </pc:cxnChg>
        <pc:cxnChg chg="add mod">
          <ac:chgData name="Seawright, Tyler" userId="0d679dc6-d022-4613-aaa8-d4a403513003" providerId="ADAL" clId="{0B444EEB-1104-4084-83A5-DCC3692DDE30}" dt="2025-07-02T21:31:13.412" v="230" actId="1076"/>
          <ac:cxnSpMkLst>
            <pc:docMk/>
            <pc:sldMk cId="486168627" sldId="257"/>
            <ac:cxnSpMk id="27" creationId="{DE275997-4997-5965-4B35-4E4BF75C769E}"/>
          </ac:cxnSpMkLst>
        </pc:cxnChg>
        <pc:cxnChg chg="add mod">
          <ac:chgData name="Seawright, Tyler" userId="0d679dc6-d022-4613-aaa8-d4a403513003" providerId="ADAL" clId="{0B444EEB-1104-4084-83A5-DCC3692DDE30}" dt="2025-07-02T21:31:13.412" v="230" actId="1076"/>
          <ac:cxnSpMkLst>
            <pc:docMk/>
            <pc:sldMk cId="486168627" sldId="257"/>
            <ac:cxnSpMk id="35" creationId="{46471AC2-9A74-F419-C9CD-F99EED952C58}"/>
          </ac:cxnSpMkLst>
        </pc:cxnChg>
        <pc:cxnChg chg="add mod">
          <ac:chgData name="Seawright, Tyler" userId="0d679dc6-d022-4613-aaa8-d4a403513003" providerId="ADAL" clId="{0B444EEB-1104-4084-83A5-DCC3692DDE30}" dt="2025-07-02T21:31:13.412" v="230" actId="1076"/>
          <ac:cxnSpMkLst>
            <pc:docMk/>
            <pc:sldMk cId="486168627" sldId="257"/>
            <ac:cxnSpMk id="41" creationId="{03884F3D-D6AE-E6E0-9584-6126C035DABF}"/>
          </ac:cxnSpMkLst>
        </pc:cxnChg>
      </pc:sldChg>
      <pc:sldChg chg="new del">
        <pc:chgData name="Seawright, Tyler" userId="0d679dc6-d022-4613-aaa8-d4a403513003" providerId="ADAL" clId="{0B444EEB-1104-4084-83A5-DCC3692DDE30}" dt="2025-07-02T21:24:13.149" v="21" actId="680"/>
        <pc:sldMkLst>
          <pc:docMk/>
          <pc:sldMk cId="576531610" sldId="257"/>
        </pc:sldMkLst>
      </pc:sldChg>
      <pc:sldChg chg="addSp delSp modSp new mod">
        <pc:chgData name="Seawright, Tyler" userId="0d679dc6-d022-4613-aaa8-d4a403513003" providerId="ADAL" clId="{0B444EEB-1104-4084-83A5-DCC3692DDE30}" dt="2025-07-05T19:07:04.937" v="1026" actId="1076"/>
        <pc:sldMkLst>
          <pc:docMk/>
          <pc:sldMk cId="129640816" sldId="258"/>
        </pc:sldMkLst>
        <pc:spChg chg="mod">
          <ac:chgData name="Seawright, Tyler" userId="0d679dc6-d022-4613-aaa8-d4a403513003" providerId="ADAL" clId="{0B444EEB-1104-4084-83A5-DCC3692DDE30}" dt="2025-07-02T22:15:38.304" v="502" actId="20577"/>
          <ac:spMkLst>
            <pc:docMk/>
            <pc:sldMk cId="129640816" sldId="258"/>
            <ac:spMk id="2" creationId="{F9A3819F-4A5B-E0EF-9ADA-81A9FDDDA94C}"/>
          </ac:spMkLst>
        </pc:spChg>
        <pc:spChg chg="add mod topLvl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4" creationId="{A0F5C068-8B15-214D-2105-337463FFF10F}"/>
          </ac:spMkLst>
        </pc:spChg>
        <pc:spChg chg="add mod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7" creationId="{3C7A2E76-03BB-8BC3-C3CA-649F30C0C445}"/>
          </ac:spMkLst>
        </pc:spChg>
        <pc:spChg chg="add mod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8" creationId="{53E85C26-C2A7-34AE-25E5-5BB8D5B84F4E}"/>
          </ac:spMkLst>
        </pc:spChg>
        <pc:spChg chg="add mod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9" creationId="{97AA2779-D40B-A145-8950-8B89856D7BF0}"/>
          </ac:spMkLst>
        </pc:spChg>
        <pc:spChg chg="add mod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29" creationId="{634FCFC6-1179-F34C-94A3-E4BF14F7C313}"/>
          </ac:spMkLst>
        </pc:spChg>
        <pc:spChg chg="add mod ord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44" creationId="{53C7FCE0-A1C4-022D-F2A7-1973EDDA9A19}"/>
          </ac:spMkLst>
        </pc:spChg>
        <pc:spChg chg="add mod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45" creationId="{50430030-E063-FC48-4ACC-DF4E7C0C655E}"/>
          </ac:spMkLst>
        </pc:spChg>
        <pc:spChg chg="add mod">
          <ac:chgData name="Seawright, Tyler" userId="0d679dc6-d022-4613-aaa8-d4a403513003" providerId="ADAL" clId="{0B444EEB-1104-4084-83A5-DCC3692DDE30}" dt="2025-07-02T21:59:28.769" v="459" actId="164"/>
          <ac:spMkLst>
            <pc:docMk/>
            <pc:sldMk cId="129640816" sldId="258"/>
            <ac:spMk id="63" creationId="{A32A4426-24D0-39B5-53EC-D2887246FFFB}"/>
          </ac:spMkLst>
        </pc:spChg>
        <pc:spChg chg="add mod">
          <ac:chgData name="Seawright, Tyler" userId="0d679dc6-d022-4613-aaa8-d4a403513003" providerId="ADAL" clId="{0B444EEB-1104-4084-83A5-DCC3692DDE30}" dt="2025-07-02T21:59:28.769" v="459" actId="164"/>
          <ac:spMkLst>
            <pc:docMk/>
            <pc:sldMk cId="129640816" sldId="258"/>
            <ac:spMk id="64" creationId="{14730A68-A003-D74D-4979-8A3F4BE70697}"/>
          </ac:spMkLst>
        </pc:spChg>
        <pc:spChg chg="mod">
          <ac:chgData name="Seawright, Tyler" userId="0d679dc6-d022-4613-aaa8-d4a403513003" providerId="ADAL" clId="{0B444EEB-1104-4084-83A5-DCC3692DDE30}" dt="2025-07-02T21:59:28.769" v="459" actId="164"/>
          <ac:spMkLst>
            <pc:docMk/>
            <pc:sldMk cId="129640816" sldId="258"/>
            <ac:spMk id="69" creationId="{50D94A21-643B-5388-D39E-D83EA215AA20}"/>
          </ac:spMkLst>
        </pc:spChg>
        <pc:spChg chg="mod">
          <ac:chgData name="Seawright, Tyler" userId="0d679dc6-d022-4613-aaa8-d4a403513003" providerId="ADAL" clId="{0B444EEB-1104-4084-83A5-DCC3692DDE30}" dt="2025-07-02T21:55:38.025" v="435"/>
          <ac:spMkLst>
            <pc:docMk/>
            <pc:sldMk cId="129640816" sldId="258"/>
            <ac:spMk id="70" creationId="{73E9128D-9596-8175-78F2-A185F43C9304}"/>
          </ac:spMkLst>
        </pc:spChg>
        <pc:spChg chg="add mod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73" creationId="{F6F9C127-CC96-988D-2C1E-E7A08D18008C}"/>
          </ac:spMkLst>
        </pc:spChg>
        <pc:spChg chg="add mod">
          <ac:chgData name="Seawright, Tyler" userId="0d679dc6-d022-4613-aaa8-d4a403513003" providerId="ADAL" clId="{0B444EEB-1104-4084-83A5-DCC3692DDE30}" dt="2025-07-02T22:05:51.957" v="470" actId="164"/>
          <ac:spMkLst>
            <pc:docMk/>
            <pc:sldMk cId="129640816" sldId="258"/>
            <ac:spMk id="74" creationId="{BB3B8C8E-7FC7-867E-E577-D651D4BEBDC7}"/>
          </ac:spMkLst>
        </pc:spChg>
        <pc:spChg chg="mod topLvl">
          <ac:chgData name="Seawright, Tyler" userId="0d679dc6-d022-4613-aaa8-d4a403513003" providerId="ADAL" clId="{0B444EEB-1104-4084-83A5-DCC3692DDE30}" dt="2025-07-02T22:06:23.324" v="480" actId="164"/>
          <ac:spMkLst>
            <pc:docMk/>
            <pc:sldMk cId="129640816" sldId="258"/>
            <ac:spMk id="77" creationId="{1177754E-037E-48B2-D87B-EB7BD78801CF}"/>
          </ac:spMkLst>
        </pc:spChg>
        <pc:spChg chg="mod topLvl">
          <ac:chgData name="Seawright, Tyler" userId="0d679dc6-d022-4613-aaa8-d4a403513003" providerId="ADAL" clId="{0B444EEB-1104-4084-83A5-DCC3692DDE30}" dt="2025-07-02T22:06:23.324" v="480" actId="164"/>
          <ac:spMkLst>
            <pc:docMk/>
            <pc:sldMk cId="129640816" sldId="258"/>
            <ac:spMk id="78" creationId="{BDD96FB4-D9F1-39D9-F5FF-2A31077D610D}"/>
          </ac:spMkLst>
        </pc:spChg>
        <pc:spChg chg="mod">
          <ac:chgData name="Seawright, Tyler" userId="0d679dc6-d022-4613-aaa8-d4a403513003" providerId="ADAL" clId="{0B444EEB-1104-4084-83A5-DCC3692DDE30}" dt="2025-07-02T22:06:23.324" v="480" actId="164"/>
          <ac:spMkLst>
            <pc:docMk/>
            <pc:sldMk cId="129640816" sldId="258"/>
            <ac:spMk id="79" creationId="{D8A9685C-F157-9053-C92E-E31149C84939}"/>
          </ac:spMkLst>
        </pc:spChg>
        <pc:spChg chg="mod topLvl">
          <ac:chgData name="Seawright, Tyler" userId="0d679dc6-d022-4613-aaa8-d4a403513003" providerId="ADAL" clId="{0B444EEB-1104-4084-83A5-DCC3692DDE30}" dt="2025-07-02T22:06:23.324" v="480" actId="164"/>
          <ac:spMkLst>
            <pc:docMk/>
            <pc:sldMk cId="129640816" sldId="258"/>
            <ac:spMk id="80" creationId="{7BBF9F99-4678-E98C-4DEB-10DE2F47082D}"/>
          </ac:spMkLst>
        </pc:spChg>
        <pc:spChg chg="mod topLvl">
          <ac:chgData name="Seawright, Tyler" userId="0d679dc6-d022-4613-aaa8-d4a403513003" providerId="ADAL" clId="{0B444EEB-1104-4084-83A5-DCC3692DDE30}" dt="2025-07-05T18:35:45.286" v="783" actId="14100"/>
          <ac:spMkLst>
            <pc:docMk/>
            <pc:sldMk cId="129640816" sldId="258"/>
            <ac:spMk id="81" creationId="{1C22EE91-FB94-112C-C481-995BDE99E799}"/>
          </ac:spMkLst>
        </pc:spChg>
        <pc:spChg chg="mod topLvl">
          <ac:chgData name="Seawright, Tyler" userId="0d679dc6-d022-4613-aaa8-d4a403513003" providerId="ADAL" clId="{0B444EEB-1104-4084-83A5-DCC3692DDE30}" dt="2025-07-02T22:06:23.324" v="480" actId="164"/>
          <ac:spMkLst>
            <pc:docMk/>
            <pc:sldMk cId="129640816" sldId="258"/>
            <ac:spMk id="88" creationId="{4C37FB37-F9AF-2EE6-EF2C-AA557A44312C}"/>
          </ac:spMkLst>
        </pc:spChg>
        <pc:spChg chg="mod">
          <ac:chgData name="Seawright, Tyler" userId="0d679dc6-d022-4613-aaa8-d4a403513003" providerId="ADAL" clId="{0B444EEB-1104-4084-83A5-DCC3692DDE30}" dt="2025-07-02T22:06:23.324" v="480" actId="164"/>
          <ac:spMkLst>
            <pc:docMk/>
            <pc:sldMk cId="129640816" sldId="258"/>
            <ac:spMk id="94" creationId="{4E6C0FDE-030C-4BE0-EB37-8A642EEEB5E0}"/>
          </ac:spMkLst>
        </pc:spChg>
        <pc:spChg chg="mod topLvl">
          <ac:chgData name="Seawright, Tyler" userId="0d679dc6-d022-4613-aaa8-d4a403513003" providerId="ADAL" clId="{0B444EEB-1104-4084-83A5-DCC3692DDE30}" dt="2025-07-02T22:06:23.324" v="480" actId="164"/>
          <ac:spMkLst>
            <pc:docMk/>
            <pc:sldMk cId="129640816" sldId="258"/>
            <ac:spMk id="104" creationId="{44FA602C-3112-1A99-7525-7CE85CB73BCC}"/>
          </ac:spMkLst>
        </pc:spChg>
        <pc:spChg chg="mod topLvl">
          <ac:chgData name="Seawright, Tyler" userId="0d679dc6-d022-4613-aaa8-d4a403513003" providerId="ADAL" clId="{0B444EEB-1104-4084-83A5-DCC3692DDE30}" dt="2025-07-02T22:06:23.324" v="480" actId="164"/>
          <ac:spMkLst>
            <pc:docMk/>
            <pc:sldMk cId="129640816" sldId="258"/>
            <ac:spMk id="105" creationId="{CD635FBE-2415-4E8F-F22C-558698F9598A}"/>
          </ac:spMkLst>
        </pc:spChg>
        <pc:spChg chg="mod">
          <ac:chgData name="Seawright, Tyler" userId="0d679dc6-d022-4613-aaa8-d4a403513003" providerId="ADAL" clId="{0B444EEB-1104-4084-83A5-DCC3692DDE30}" dt="2025-07-05T18:36:21.235" v="793" actId="14100"/>
          <ac:spMkLst>
            <pc:docMk/>
            <pc:sldMk cId="129640816" sldId="258"/>
            <ac:spMk id="106" creationId="{2C191DE0-A536-9573-9DDD-A2F7CF935EAE}"/>
          </ac:spMkLst>
        </pc:spChg>
        <pc:spChg chg="mod">
          <ac:chgData name="Seawright, Tyler" userId="0d679dc6-d022-4613-aaa8-d4a403513003" providerId="ADAL" clId="{0B444EEB-1104-4084-83A5-DCC3692DDE30}" dt="2025-07-05T18:36:25.446" v="794" actId="14100"/>
          <ac:spMkLst>
            <pc:docMk/>
            <pc:sldMk cId="129640816" sldId="258"/>
            <ac:spMk id="107" creationId="{A627087D-BFFD-186D-6933-7DD676AC5B8F}"/>
          </ac:spMkLst>
        </pc:spChg>
        <pc:spChg chg="mod">
          <ac:chgData name="Seawright, Tyler" userId="0d679dc6-d022-4613-aaa8-d4a403513003" providerId="ADAL" clId="{0B444EEB-1104-4084-83A5-DCC3692DDE30}" dt="2025-07-05T18:35:18.539" v="777" actId="14100"/>
          <ac:spMkLst>
            <pc:docMk/>
            <pc:sldMk cId="129640816" sldId="258"/>
            <ac:spMk id="108" creationId="{B185637F-516B-DA3B-24A1-BB0A7F187703}"/>
          </ac:spMkLst>
        </pc:spChg>
        <pc:spChg chg="mod">
          <ac:chgData name="Seawright, Tyler" userId="0d679dc6-d022-4613-aaa8-d4a403513003" providerId="ADAL" clId="{0B444EEB-1104-4084-83A5-DCC3692DDE30}" dt="2025-07-05T18:35:41.055" v="782" actId="1037"/>
          <ac:spMkLst>
            <pc:docMk/>
            <pc:sldMk cId="129640816" sldId="258"/>
            <ac:spMk id="109" creationId="{FC3DD9C3-3AF5-F396-F127-3C8826E6E532}"/>
          </ac:spMkLst>
        </pc:spChg>
        <pc:spChg chg="add mod">
          <ac:chgData name="Seawright, Tyler" userId="0d679dc6-d022-4613-aaa8-d4a403513003" providerId="ADAL" clId="{0B444EEB-1104-4084-83A5-DCC3692DDE30}" dt="2025-07-05T18:31:24.960" v="712" actId="1076"/>
          <ac:spMkLst>
            <pc:docMk/>
            <pc:sldMk cId="129640816" sldId="258"/>
            <ac:spMk id="120" creationId="{D94EE68D-0523-7C8E-D722-244D000C755E}"/>
          </ac:spMkLst>
        </pc:spChg>
        <pc:spChg chg="add mod">
          <ac:chgData name="Seawright, Tyler" userId="0d679dc6-d022-4613-aaa8-d4a403513003" providerId="ADAL" clId="{0B444EEB-1104-4084-83A5-DCC3692DDE30}" dt="2025-07-05T18:31:39.730" v="720" actId="1076"/>
          <ac:spMkLst>
            <pc:docMk/>
            <pc:sldMk cId="129640816" sldId="258"/>
            <ac:spMk id="124" creationId="{2B03DEEE-1B07-14B7-D012-A213A727CE7C}"/>
          </ac:spMkLst>
        </pc:spChg>
        <pc:spChg chg="add mod">
          <ac:chgData name="Seawright, Tyler" userId="0d679dc6-d022-4613-aaa8-d4a403513003" providerId="ADAL" clId="{0B444EEB-1104-4084-83A5-DCC3692DDE30}" dt="2025-07-05T18:32:23.060" v="729" actId="20577"/>
          <ac:spMkLst>
            <pc:docMk/>
            <pc:sldMk cId="129640816" sldId="258"/>
            <ac:spMk id="125" creationId="{9F5A0C76-92EE-721E-7B67-EB061C74AB65}"/>
          </ac:spMkLst>
        </pc:spChg>
        <pc:spChg chg="add mod">
          <ac:chgData name="Seawright, Tyler" userId="0d679dc6-d022-4613-aaa8-d4a403513003" providerId="ADAL" clId="{0B444EEB-1104-4084-83A5-DCC3692DDE30}" dt="2025-07-05T18:32:30.584" v="731" actId="1076"/>
          <ac:spMkLst>
            <pc:docMk/>
            <pc:sldMk cId="129640816" sldId="258"/>
            <ac:spMk id="126" creationId="{2F05AC26-47FE-B6F7-1B09-C01155459E12}"/>
          </ac:spMkLst>
        </pc:spChg>
        <pc:spChg chg="add mod">
          <ac:chgData name="Seawright, Tyler" userId="0d679dc6-d022-4613-aaa8-d4a403513003" providerId="ADAL" clId="{0B444EEB-1104-4084-83A5-DCC3692DDE30}" dt="2025-07-05T18:32:41.735" v="735" actId="20577"/>
          <ac:spMkLst>
            <pc:docMk/>
            <pc:sldMk cId="129640816" sldId="258"/>
            <ac:spMk id="127" creationId="{1265BB13-5566-80DD-8230-1EB79A369354}"/>
          </ac:spMkLst>
        </pc:spChg>
        <pc:spChg chg="add mod">
          <ac:chgData name="Seawright, Tyler" userId="0d679dc6-d022-4613-aaa8-d4a403513003" providerId="ADAL" clId="{0B444EEB-1104-4084-83A5-DCC3692DDE30}" dt="2025-07-05T18:32:55.559" v="745" actId="1076"/>
          <ac:spMkLst>
            <pc:docMk/>
            <pc:sldMk cId="129640816" sldId="258"/>
            <ac:spMk id="128" creationId="{35C68B78-2DD8-FCCC-9442-72C3CC9B5EBB}"/>
          </ac:spMkLst>
        </pc:spChg>
        <pc:spChg chg="add mod">
          <ac:chgData name="Seawright, Tyler" userId="0d679dc6-d022-4613-aaa8-d4a403513003" providerId="ADAL" clId="{0B444EEB-1104-4084-83A5-DCC3692DDE30}" dt="2025-07-05T18:33:13.222" v="750" actId="1076"/>
          <ac:spMkLst>
            <pc:docMk/>
            <pc:sldMk cId="129640816" sldId="258"/>
            <ac:spMk id="129" creationId="{6A6FA354-A0AE-6F3D-1B75-F9D39A06371D}"/>
          </ac:spMkLst>
        </pc:spChg>
        <pc:spChg chg="add mod">
          <ac:chgData name="Seawright, Tyler" userId="0d679dc6-d022-4613-aaa8-d4a403513003" providerId="ADAL" clId="{0B444EEB-1104-4084-83A5-DCC3692DDE30}" dt="2025-07-05T18:33:24.678" v="753" actId="1076"/>
          <ac:spMkLst>
            <pc:docMk/>
            <pc:sldMk cId="129640816" sldId="258"/>
            <ac:spMk id="130" creationId="{FBB8AE4E-7A8C-8A19-E6FA-3EE071BD5D07}"/>
          </ac:spMkLst>
        </pc:spChg>
        <pc:spChg chg="add mod">
          <ac:chgData name="Seawright, Tyler" userId="0d679dc6-d022-4613-aaa8-d4a403513003" providerId="ADAL" clId="{0B444EEB-1104-4084-83A5-DCC3692DDE30}" dt="2025-07-05T18:33:34.676" v="755" actId="1076"/>
          <ac:spMkLst>
            <pc:docMk/>
            <pc:sldMk cId="129640816" sldId="258"/>
            <ac:spMk id="131" creationId="{CB0764D0-3B37-4E2D-6745-1FF5D1580903}"/>
          </ac:spMkLst>
        </pc:spChg>
        <pc:spChg chg="add mod">
          <ac:chgData name="Seawright, Tyler" userId="0d679dc6-d022-4613-aaa8-d4a403513003" providerId="ADAL" clId="{0B444EEB-1104-4084-83A5-DCC3692DDE30}" dt="2025-07-05T18:37:50.480" v="829" actId="20577"/>
          <ac:spMkLst>
            <pc:docMk/>
            <pc:sldMk cId="129640816" sldId="258"/>
            <ac:spMk id="132" creationId="{1543AFEC-3ACD-D6A0-F459-6DBF255758F9}"/>
          </ac:spMkLst>
        </pc:spChg>
        <pc:spChg chg="add mod">
          <ac:chgData name="Seawright, Tyler" userId="0d679dc6-d022-4613-aaa8-d4a403513003" providerId="ADAL" clId="{0B444EEB-1104-4084-83A5-DCC3692DDE30}" dt="2025-07-05T18:34:13.303" v="774" actId="20577"/>
          <ac:spMkLst>
            <pc:docMk/>
            <pc:sldMk cId="129640816" sldId="258"/>
            <ac:spMk id="133" creationId="{0CBE3F8D-E03D-9CAE-587C-AD325AD7730B}"/>
          </ac:spMkLst>
        </pc:spChg>
        <pc:spChg chg="add mod">
          <ac:chgData name="Seawright, Tyler" userId="0d679dc6-d022-4613-aaa8-d4a403513003" providerId="ADAL" clId="{0B444EEB-1104-4084-83A5-DCC3692DDE30}" dt="2025-07-05T18:37:00.545" v="804" actId="1076"/>
          <ac:spMkLst>
            <pc:docMk/>
            <pc:sldMk cId="129640816" sldId="258"/>
            <ac:spMk id="142" creationId="{53F19092-68D3-093D-E4D8-47ECC39D21C9}"/>
          </ac:spMkLst>
        </pc:spChg>
        <pc:spChg chg="add mod">
          <ac:chgData name="Seawright, Tyler" userId="0d679dc6-d022-4613-aaa8-d4a403513003" providerId="ADAL" clId="{0B444EEB-1104-4084-83A5-DCC3692DDE30}" dt="2025-07-05T18:37:16.866" v="814" actId="1076"/>
          <ac:spMkLst>
            <pc:docMk/>
            <pc:sldMk cId="129640816" sldId="258"/>
            <ac:spMk id="143" creationId="{3F0DA8E1-361E-9944-04C2-F4DF8412AE12}"/>
          </ac:spMkLst>
        </pc:spChg>
        <pc:spChg chg="add mod">
          <ac:chgData name="Seawright, Tyler" userId="0d679dc6-d022-4613-aaa8-d4a403513003" providerId="ADAL" clId="{0B444EEB-1104-4084-83A5-DCC3692DDE30}" dt="2025-07-05T18:37:44.302" v="826" actId="1076"/>
          <ac:spMkLst>
            <pc:docMk/>
            <pc:sldMk cId="129640816" sldId="258"/>
            <ac:spMk id="149" creationId="{8CCECD86-00B3-32AB-617B-74869FB40E6C}"/>
          </ac:spMkLst>
        </pc:spChg>
        <pc:spChg chg="add mod">
          <ac:chgData name="Seawright, Tyler" userId="0d679dc6-d022-4613-aaa8-d4a403513003" providerId="ADAL" clId="{0B444EEB-1104-4084-83A5-DCC3692DDE30}" dt="2025-07-05T19:07:04.937" v="1026" actId="1076"/>
          <ac:spMkLst>
            <pc:docMk/>
            <pc:sldMk cId="129640816" sldId="258"/>
            <ac:spMk id="152" creationId="{53BFA49F-5369-C23A-E944-C0CD198291DF}"/>
          </ac:spMkLst>
        </pc:spChg>
        <pc:grpChg chg="add mod">
          <ac:chgData name="Seawright, Tyler" userId="0d679dc6-d022-4613-aaa8-d4a403513003" providerId="ADAL" clId="{0B444EEB-1104-4084-83A5-DCC3692DDE30}" dt="2025-07-02T22:05:51.957" v="470" actId="164"/>
          <ac:grpSpMkLst>
            <pc:docMk/>
            <pc:sldMk cId="129640816" sldId="258"/>
            <ac:grpSpMk id="67" creationId="{23116354-2B2A-B994-9BF6-5287A4D26C9E}"/>
          </ac:grpSpMkLst>
        </pc:grpChg>
        <pc:grpChg chg="add mod">
          <ac:chgData name="Seawright, Tyler" userId="0d679dc6-d022-4613-aaa8-d4a403513003" providerId="ADAL" clId="{0B444EEB-1104-4084-83A5-DCC3692DDE30}" dt="2025-07-02T21:59:10.079" v="455" actId="164"/>
          <ac:grpSpMkLst>
            <pc:docMk/>
            <pc:sldMk cId="129640816" sldId="258"/>
            <ac:grpSpMk id="68" creationId="{BC8FF23E-7B9A-CF15-2156-7934D7A828D2}"/>
          </ac:grpSpMkLst>
        </pc:grpChg>
        <pc:grpChg chg="mod">
          <ac:chgData name="Seawright, Tyler" userId="0d679dc6-d022-4613-aaa8-d4a403513003" providerId="ADAL" clId="{0B444EEB-1104-4084-83A5-DCC3692DDE30}" dt="2025-07-02T22:06:23.324" v="480" actId="164"/>
          <ac:grpSpMkLst>
            <pc:docMk/>
            <pc:sldMk cId="129640816" sldId="258"/>
            <ac:grpSpMk id="103" creationId="{49A917FD-462F-2BFB-33BB-C59168538036}"/>
          </ac:grpSpMkLst>
        </pc:grpChg>
        <pc:grpChg chg="mod">
          <ac:chgData name="Seawright, Tyler" userId="0d679dc6-d022-4613-aaa8-d4a403513003" providerId="ADAL" clId="{0B444EEB-1104-4084-83A5-DCC3692DDE30}" dt="2025-07-05T18:30:04.126" v="690" actId="1076"/>
          <ac:grpSpMkLst>
            <pc:docMk/>
            <pc:sldMk cId="129640816" sldId="258"/>
            <ac:grpSpMk id="110" creationId="{0F0F92C9-A8B6-7645-227A-E8D3AD66B742}"/>
          </ac:grpSpMkLst>
        </pc:grpChg>
        <pc:cxnChg chg="add mod">
          <ac:chgData name="Seawright, Tyler" userId="0d679dc6-d022-4613-aaa8-d4a403513003" providerId="ADAL" clId="{0B444EEB-1104-4084-83A5-DCC3692DDE30}" dt="2025-07-05T18:23:27.944" v="602" actId="208"/>
          <ac:cxnSpMkLst>
            <pc:docMk/>
            <pc:sldMk cId="129640816" sldId="258"/>
            <ac:cxnSpMk id="5" creationId="{0F6D2288-4DBC-36F5-5BA1-06750563C8E9}"/>
          </ac:cxnSpMkLst>
        </pc:cxnChg>
        <pc:cxnChg chg="add mod">
          <ac:chgData name="Seawright, Tyler" userId="0d679dc6-d022-4613-aaa8-d4a403513003" providerId="ADAL" clId="{0B444EEB-1104-4084-83A5-DCC3692DDE30}" dt="2025-07-05T18:25:05.955" v="610" actId="14100"/>
          <ac:cxnSpMkLst>
            <pc:docMk/>
            <pc:sldMk cId="129640816" sldId="258"/>
            <ac:cxnSpMk id="10" creationId="{85F01F12-1CE9-5212-8C07-166A928F1C36}"/>
          </ac:cxnSpMkLst>
        </pc:cxnChg>
        <pc:cxnChg chg="add mod">
          <ac:chgData name="Seawright, Tyler" userId="0d679dc6-d022-4613-aaa8-d4a403513003" providerId="ADAL" clId="{0B444EEB-1104-4084-83A5-DCC3692DDE30}" dt="2025-07-02T21:35:30.596" v="308" actId="14100"/>
          <ac:cxnSpMkLst>
            <pc:docMk/>
            <pc:sldMk cId="129640816" sldId="258"/>
            <ac:cxnSpMk id="11" creationId="{9D7D1F22-779B-DF91-88D2-1AD582E1FBA4}"/>
          </ac:cxnSpMkLst>
        </pc:cxnChg>
        <pc:cxnChg chg="add mod">
          <ac:chgData name="Seawright, Tyler" userId="0d679dc6-d022-4613-aaa8-d4a403513003" providerId="ADAL" clId="{0B444EEB-1104-4084-83A5-DCC3692DDE30}" dt="2025-07-02T21:35:34.384" v="310" actId="1076"/>
          <ac:cxnSpMkLst>
            <pc:docMk/>
            <pc:sldMk cId="129640816" sldId="258"/>
            <ac:cxnSpMk id="14" creationId="{D3982A04-201D-6DF4-8EB4-A5711CD7B784}"/>
          </ac:cxnSpMkLst>
        </pc:cxnChg>
        <pc:cxnChg chg="add mod">
          <ac:chgData name="Seawright, Tyler" userId="0d679dc6-d022-4613-aaa8-d4a403513003" providerId="ADAL" clId="{0B444EEB-1104-4084-83A5-DCC3692DDE30}" dt="2025-07-02T21:35:50.055" v="316" actId="14100"/>
          <ac:cxnSpMkLst>
            <pc:docMk/>
            <pc:sldMk cId="129640816" sldId="258"/>
            <ac:cxnSpMk id="15" creationId="{5A439A7C-A255-AE42-AABC-E563CD8AD526}"/>
          </ac:cxnSpMkLst>
        </pc:cxnChg>
        <pc:cxnChg chg="add mod">
          <ac:chgData name="Seawright, Tyler" userId="0d679dc6-d022-4613-aaa8-d4a403513003" providerId="ADAL" clId="{0B444EEB-1104-4084-83A5-DCC3692DDE30}" dt="2025-07-05T18:25:22.103" v="616" actId="1036"/>
          <ac:cxnSpMkLst>
            <pc:docMk/>
            <pc:sldMk cId="129640816" sldId="258"/>
            <ac:cxnSpMk id="18" creationId="{9260FF31-E95C-2A2B-2C55-0C6AA6C7C8D5}"/>
          </ac:cxnSpMkLst>
        </pc:cxnChg>
        <pc:cxnChg chg="add mod">
          <ac:chgData name="Seawright, Tyler" userId="0d679dc6-d022-4613-aaa8-d4a403513003" providerId="ADAL" clId="{0B444EEB-1104-4084-83A5-DCC3692DDE30}" dt="2025-07-02T21:36:20.844" v="325" actId="1076"/>
          <ac:cxnSpMkLst>
            <pc:docMk/>
            <pc:sldMk cId="129640816" sldId="258"/>
            <ac:cxnSpMk id="19" creationId="{94CC97AD-F438-045F-0B24-D3B5A3659963}"/>
          </ac:cxnSpMkLst>
        </pc:cxnChg>
        <pc:cxnChg chg="add mod">
          <ac:chgData name="Seawright, Tyler" userId="0d679dc6-d022-4613-aaa8-d4a403513003" providerId="ADAL" clId="{0B444EEB-1104-4084-83A5-DCC3692DDE30}" dt="2025-07-05T18:29:37.182" v="683" actId="1076"/>
          <ac:cxnSpMkLst>
            <pc:docMk/>
            <pc:sldMk cId="129640816" sldId="258"/>
            <ac:cxnSpMk id="21" creationId="{3FBB4280-8413-F5A2-0945-98F49A5C61F8}"/>
          </ac:cxnSpMkLst>
        </pc:cxnChg>
        <pc:cxnChg chg="add mod">
          <ac:chgData name="Seawright, Tyler" userId="0d679dc6-d022-4613-aaa8-d4a403513003" providerId="ADAL" clId="{0B444EEB-1104-4084-83A5-DCC3692DDE30}" dt="2025-07-02T21:36:33.317" v="329" actId="14100"/>
          <ac:cxnSpMkLst>
            <pc:docMk/>
            <pc:sldMk cId="129640816" sldId="258"/>
            <ac:cxnSpMk id="22" creationId="{7D4DB8EC-7740-D14F-B05D-457E35CE6322}"/>
          </ac:cxnSpMkLst>
        </pc:cxnChg>
        <pc:cxnChg chg="add mod">
          <ac:chgData name="Seawright, Tyler" userId="0d679dc6-d022-4613-aaa8-d4a403513003" providerId="ADAL" clId="{0B444EEB-1104-4084-83A5-DCC3692DDE30}" dt="2025-07-05T18:25:58.492" v="625" actId="14100"/>
          <ac:cxnSpMkLst>
            <pc:docMk/>
            <pc:sldMk cId="129640816" sldId="258"/>
            <ac:cxnSpMk id="25" creationId="{34FA6609-695B-3054-A9AF-0DE1A12CE772}"/>
          </ac:cxnSpMkLst>
        </pc:cxnChg>
        <pc:cxnChg chg="add mod">
          <ac:chgData name="Seawright, Tyler" userId="0d679dc6-d022-4613-aaa8-d4a403513003" providerId="ADAL" clId="{0B444EEB-1104-4084-83A5-DCC3692DDE30}" dt="2025-07-02T21:59:05.016" v="454" actId="1076"/>
          <ac:cxnSpMkLst>
            <pc:docMk/>
            <pc:sldMk cId="129640816" sldId="258"/>
            <ac:cxnSpMk id="26" creationId="{497A6F99-FFFB-DC54-B1CA-6494B58B606E}"/>
          </ac:cxnSpMkLst>
        </pc:cxnChg>
        <pc:cxnChg chg="add mod">
          <ac:chgData name="Seawright, Tyler" userId="0d679dc6-d022-4613-aaa8-d4a403513003" providerId="ADAL" clId="{0B444EEB-1104-4084-83A5-DCC3692DDE30}" dt="2025-07-05T18:37:24.668" v="816" actId="1076"/>
          <ac:cxnSpMkLst>
            <pc:docMk/>
            <pc:sldMk cId="129640816" sldId="258"/>
            <ac:cxnSpMk id="28" creationId="{7809437C-97B3-0992-5F0A-D40A17D021D7}"/>
          </ac:cxnSpMkLst>
        </pc:cxnChg>
        <pc:cxnChg chg="add del mod">
          <ac:chgData name="Seawright, Tyler" userId="0d679dc6-d022-4613-aaa8-d4a403513003" providerId="ADAL" clId="{0B444EEB-1104-4084-83A5-DCC3692DDE30}" dt="2025-07-02T21:39:09.310" v="372" actId="21"/>
          <ac:cxnSpMkLst>
            <pc:docMk/>
            <pc:sldMk cId="129640816" sldId="258"/>
            <ac:cxnSpMk id="30" creationId="{0A7223FA-EF98-787F-B5E6-2E119657A040}"/>
          </ac:cxnSpMkLst>
        </pc:cxnChg>
        <pc:cxnChg chg="add mod">
          <ac:chgData name="Seawright, Tyler" userId="0d679dc6-d022-4613-aaa8-d4a403513003" providerId="ADAL" clId="{0B444EEB-1104-4084-83A5-DCC3692DDE30}" dt="2025-07-02T21:37:29.395" v="342" actId="14100"/>
          <ac:cxnSpMkLst>
            <pc:docMk/>
            <pc:sldMk cId="129640816" sldId="258"/>
            <ac:cxnSpMk id="32" creationId="{D22BC17D-B102-D9F6-B2C1-23A37B7290C1}"/>
          </ac:cxnSpMkLst>
        </pc:cxnChg>
        <pc:cxnChg chg="add mod">
          <ac:chgData name="Seawright, Tyler" userId="0d679dc6-d022-4613-aaa8-d4a403513003" providerId="ADAL" clId="{0B444EEB-1104-4084-83A5-DCC3692DDE30}" dt="2025-07-05T18:26:43.467" v="638" actId="14100"/>
          <ac:cxnSpMkLst>
            <pc:docMk/>
            <pc:sldMk cId="129640816" sldId="258"/>
            <ac:cxnSpMk id="34" creationId="{B7AB5AAD-3E5E-B5E9-F60A-9882BDADABB0}"/>
          </ac:cxnSpMkLst>
        </pc:cxnChg>
        <pc:cxnChg chg="add mod">
          <ac:chgData name="Seawright, Tyler" userId="0d679dc6-d022-4613-aaa8-d4a403513003" providerId="ADAL" clId="{0B444EEB-1104-4084-83A5-DCC3692DDE30}" dt="2025-07-02T21:37:55.660" v="351" actId="208"/>
          <ac:cxnSpMkLst>
            <pc:docMk/>
            <pc:sldMk cId="129640816" sldId="258"/>
            <ac:cxnSpMk id="36" creationId="{A118529B-8BAB-014A-E512-6D3BB94A62D5}"/>
          </ac:cxnSpMkLst>
        </pc:cxnChg>
        <pc:cxnChg chg="add mod">
          <ac:chgData name="Seawright, Tyler" userId="0d679dc6-d022-4613-aaa8-d4a403513003" providerId="ADAL" clId="{0B444EEB-1104-4084-83A5-DCC3692DDE30}" dt="2025-07-02T21:38:14.067" v="355" actId="14100"/>
          <ac:cxnSpMkLst>
            <pc:docMk/>
            <pc:sldMk cId="129640816" sldId="258"/>
            <ac:cxnSpMk id="37" creationId="{76B7F7B1-F78F-2F28-B017-A6F547645198}"/>
          </ac:cxnSpMkLst>
        </pc:cxnChg>
        <pc:cxnChg chg="add mod">
          <ac:chgData name="Seawright, Tyler" userId="0d679dc6-d022-4613-aaa8-d4a403513003" providerId="ADAL" clId="{0B444EEB-1104-4084-83A5-DCC3692DDE30}" dt="2025-07-02T21:40:49.500" v="409" actId="14100"/>
          <ac:cxnSpMkLst>
            <pc:docMk/>
            <pc:sldMk cId="129640816" sldId="258"/>
            <ac:cxnSpMk id="40" creationId="{5E71E96F-B4D6-347B-9E9E-83042F197E61}"/>
          </ac:cxnSpMkLst>
        </pc:cxnChg>
        <pc:cxnChg chg="add mod">
          <ac:chgData name="Seawright, Tyler" userId="0d679dc6-d022-4613-aaa8-d4a403513003" providerId="ADAL" clId="{0B444EEB-1104-4084-83A5-DCC3692DDE30}" dt="2025-07-05T18:27:07.693" v="644" actId="14100"/>
          <ac:cxnSpMkLst>
            <pc:docMk/>
            <pc:sldMk cId="129640816" sldId="258"/>
            <ac:cxnSpMk id="42" creationId="{F13DDE4E-32A9-6426-74CE-4F767E8E6872}"/>
          </ac:cxnSpMkLst>
        </pc:cxnChg>
        <pc:cxnChg chg="add mod">
          <ac:chgData name="Seawright, Tyler" userId="0d679dc6-d022-4613-aaa8-d4a403513003" providerId="ADAL" clId="{0B444EEB-1104-4084-83A5-DCC3692DDE30}" dt="2025-07-02T21:40:06.389" v="401" actId="1036"/>
          <ac:cxnSpMkLst>
            <pc:docMk/>
            <pc:sldMk cId="129640816" sldId="258"/>
            <ac:cxnSpMk id="46" creationId="{B16DBFEB-A48C-6E25-A0DC-E4C05B235F5B}"/>
          </ac:cxnSpMkLst>
        </pc:cxnChg>
        <pc:cxnChg chg="add mod">
          <ac:chgData name="Seawright, Tyler" userId="0d679dc6-d022-4613-aaa8-d4a403513003" providerId="ADAL" clId="{0B444EEB-1104-4084-83A5-DCC3692DDE30}" dt="2025-07-02T21:40:03.564" v="399" actId="1035"/>
          <ac:cxnSpMkLst>
            <pc:docMk/>
            <pc:sldMk cId="129640816" sldId="258"/>
            <ac:cxnSpMk id="49" creationId="{D0578C65-6CCE-15F7-A90F-6234CE1FE1F5}"/>
          </ac:cxnSpMkLst>
        </pc:cxnChg>
        <pc:cxnChg chg="add mod">
          <ac:chgData name="Seawright, Tyler" userId="0d679dc6-d022-4613-aaa8-d4a403513003" providerId="ADAL" clId="{0B444EEB-1104-4084-83A5-DCC3692DDE30}" dt="2025-07-02T21:40:31.790" v="406" actId="14100"/>
          <ac:cxnSpMkLst>
            <pc:docMk/>
            <pc:sldMk cId="129640816" sldId="258"/>
            <ac:cxnSpMk id="50" creationId="{53CF17E5-22C0-762D-3307-9C6A18BCDB28}"/>
          </ac:cxnSpMkLst>
        </pc:cxnChg>
        <pc:cxnChg chg="add mod">
          <ac:chgData name="Seawright, Tyler" userId="0d679dc6-d022-4613-aaa8-d4a403513003" providerId="ADAL" clId="{0B444EEB-1104-4084-83A5-DCC3692DDE30}" dt="2025-07-05T18:27:37.907" v="647" actId="14100"/>
          <ac:cxnSpMkLst>
            <pc:docMk/>
            <pc:sldMk cId="129640816" sldId="258"/>
            <ac:cxnSpMk id="51" creationId="{3425A2E5-23A3-4562-F7D6-15E2D91166E2}"/>
          </ac:cxnSpMkLst>
        </pc:cxnChg>
        <pc:cxnChg chg="add mod">
          <ac:chgData name="Seawright, Tyler" userId="0d679dc6-d022-4613-aaa8-d4a403513003" providerId="ADAL" clId="{0B444EEB-1104-4084-83A5-DCC3692DDE30}" dt="2025-07-05T18:27:50.897" v="653" actId="14100"/>
          <ac:cxnSpMkLst>
            <pc:docMk/>
            <pc:sldMk cId="129640816" sldId="258"/>
            <ac:cxnSpMk id="53" creationId="{22783583-6345-6C46-EDFC-D80447C70228}"/>
          </ac:cxnSpMkLst>
        </pc:cxnChg>
        <pc:cxnChg chg="add mod">
          <ac:chgData name="Seawright, Tyler" userId="0d679dc6-d022-4613-aaa8-d4a403513003" providerId="ADAL" clId="{0B444EEB-1104-4084-83A5-DCC3692DDE30}" dt="2025-07-02T21:40:37.824" v="408" actId="1076"/>
          <ac:cxnSpMkLst>
            <pc:docMk/>
            <pc:sldMk cId="129640816" sldId="258"/>
            <ac:cxnSpMk id="54" creationId="{E48E178D-AD14-C33E-09EA-B4FE29744FE5}"/>
          </ac:cxnSpMkLst>
        </pc:cxnChg>
        <pc:cxnChg chg="add mod">
          <ac:chgData name="Seawright, Tyler" userId="0d679dc6-d022-4613-aaa8-d4a403513003" providerId="ADAL" clId="{0B444EEB-1104-4084-83A5-DCC3692DDE30}" dt="2025-07-02T21:41:36.731" v="420" actId="1035"/>
          <ac:cxnSpMkLst>
            <pc:docMk/>
            <pc:sldMk cId="129640816" sldId="258"/>
            <ac:cxnSpMk id="56" creationId="{A82699DF-3912-A99D-A5FC-9FA2D6EC013C}"/>
          </ac:cxnSpMkLst>
        </pc:cxnChg>
        <pc:cxnChg chg="add mod">
          <ac:chgData name="Seawright, Tyler" userId="0d679dc6-d022-4613-aaa8-d4a403513003" providerId="ADAL" clId="{0B444EEB-1104-4084-83A5-DCC3692DDE30}" dt="2025-07-02T21:59:05.016" v="454" actId="1076"/>
          <ac:cxnSpMkLst>
            <pc:docMk/>
            <pc:sldMk cId="129640816" sldId="258"/>
            <ac:cxnSpMk id="57" creationId="{2A0653CA-463D-4703-7C20-0D09FA961A33}"/>
          </ac:cxnSpMkLst>
        </pc:cxnChg>
        <pc:cxnChg chg="add mod">
          <ac:chgData name="Seawright, Tyler" userId="0d679dc6-d022-4613-aaa8-d4a403513003" providerId="ADAL" clId="{0B444EEB-1104-4084-83A5-DCC3692DDE30}" dt="2025-07-02T21:41:32.156" v="417" actId="14100"/>
          <ac:cxnSpMkLst>
            <pc:docMk/>
            <pc:sldMk cId="129640816" sldId="258"/>
            <ac:cxnSpMk id="60" creationId="{50A3190C-11ED-FFF8-1001-60A0FE2772A0}"/>
          </ac:cxnSpMkLst>
        </pc:cxnChg>
        <pc:cxnChg chg="add mod">
          <ac:chgData name="Seawright, Tyler" userId="0d679dc6-d022-4613-aaa8-d4a403513003" providerId="ADAL" clId="{0B444EEB-1104-4084-83A5-DCC3692DDE30}" dt="2025-07-05T18:28:23.549" v="658" actId="14100"/>
          <ac:cxnSpMkLst>
            <pc:docMk/>
            <pc:sldMk cId="129640816" sldId="258"/>
            <ac:cxnSpMk id="61" creationId="{90CECC50-E4E0-39FE-97B9-48F791C34E9F}"/>
          </ac:cxnSpMkLst>
        </pc:cxnChg>
        <pc:cxnChg chg="add mod">
          <ac:chgData name="Seawright, Tyler" userId="0d679dc6-d022-4613-aaa8-d4a403513003" providerId="ADAL" clId="{0B444EEB-1104-4084-83A5-DCC3692DDE30}" dt="2025-07-05T18:28:40.227" v="663" actId="14100"/>
          <ac:cxnSpMkLst>
            <pc:docMk/>
            <pc:sldMk cId="129640816" sldId="258"/>
            <ac:cxnSpMk id="71" creationId="{B508F120-70FD-16EC-E2CC-F4C22C5CFC7B}"/>
          </ac:cxnSpMkLst>
        </pc:cxnChg>
        <pc:cxnChg chg="add mod">
          <ac:chgData name="Seawright, Tyler" userId="0d679dc6-d022-4613-aaa8-d4a403513003" providerId="ADAL" clId="{0B444EEB-1104-4084-83A5-DCC3692DDE30}" dt="2025-07-05T18:28:46.591" v="665" actId="1076"/>
          <ac:cxnSpMkLst>
            <pc:docMk/>
            <pc:sldMk cId="129640816" sldId="258"/>
            <ac:cxnSpMk id="91" creationId="{0B1FA5DB-5561-ECD7-FE66-E7CA0E2BD518}"/>
          </ac:cxnSpMkLst>
        </pc:cxnChg>
        <pc:cxnChg chg="add mod">
          <ac:chgData name="Seawright, Tyler" userId="0d679dc6-d022-4613-aaa8-d4a403513003" providerId="ADAL" clId="{0B444EEB-1104-4084-83A5-DCC3692DDE30}" dt="2025-07-05T18:28:52.921" v="668" actId="1076"/>
          <ac:cxnSpMkLst>
            <pc:docMk/>
            <pc:sldMk cId="129640816" sldId="258"/>
            <ac:cxnSpMk id="92" creationId="{FC2FADF9-0B14-3404-0CB1-F4FB30ABB702}"/>
          </ac:cxnSpMkLst>
        </pc:cxnChg>
        <pc:cxnChg chg="add mod">
          <ac:chgData name="Seawright, Tyler" userId="0d679dc6-d022-4613-aaa8-d4a403513003" providerId="ADAL" clId="{0B444EEB-1104-4084-83A5-DCC3692DDE30}" dt="2025-07-05T18:28:57.255" v="670" actId="1076"/>
          <ac:cxnSpMkLst>
            <pc:docMk/>
            <pc:sldMk cId="129640816" sldId="258"/>
            <ac:cxnSpMk id="99" creationId="{3CC2DC75-6D67-7F73-1585-D02F6FBD5E04}"/>
          </ac:cxnSpMkLst>
        </pc:cxnChg>
        <pc:cxnChg chg="add mod">
          <ac:chgData name="Seawright, Tyler" userId="0d679dc6-d022-4613-aaa8-d4a403513003" providerId="ADAL" clId="{0B444EEB-1104-4084-83A5-DCC3692DDE30}" dt="2025-07-05T18:29:07.928" v="674" actId="1076"/>
          <ac:cxnSpMkLst>
            <pc:docMk/>
            <pc:sldMk cId="129640816" sldId="258"/>
            <ac:cxnSpMk id="100" creationId="{83E2B9A7-F7C6-AD46-8C24-CA3475917C15}"/>
          </ac:cxnSpMkLst>
        </pc:cxnChg>
        <pc:cxnChg chg="add mod">
          <ac:chgData name="Seawright, Tyler" userId="0d679dc6-d022-4613-aaa8-d4a403513003" providerId="ADAL" clId="{0B444EEB-1104-4084-83A5-DCC3692DDE30}" dt="2025-07-05T18:29:13.087" v="676" actId="1076"/>
          <ac:cxnSpMkLst>
            <pc:docMk/>
            <pc:sldMk cId="129640816" sldId="258"/>
            <ac:cxnSpMk id="111" creationId="{5BE30897-B234-0C63-F824-55E20BA777FF}"/>
          </ac:cxnSpMkLst>
        </pc:cxnChg>
        <pc:cxnChg chg="add mod">
          <ac:chgData name="Seawright, Tyler" userId="0d679dc6-d022-4613-aaa8-d4a403513003" providerId="ADAL" clId="{0B444EEB-1104-4084-83A5-DCC3692DDE30}" dt="2025-07-05T18:29:30.724" v="680" actId="1076"/>
          <ac:cxnSpMkLst>
            <pc:docMk/>
            <pc:sldMk cId="129640816" sldId="258"/>
            <ac:cxnSpMk id="112" creationId="{6D78DFEA-E0E6-0DDE-C08B-97028DC176C4}"/>
          </ac:cxnSpMkLst>
        </pc:cxnChg>
        <pc:cxnChg chg="add mod">
          <ac:chgData name="Seawright, Tyler" userId="0d679dc6-d022-4613-aaa8-d4a403513003" providerId="ADAL" clId="{0B444EEB-1104-4084-83A5-DCC3692DDE30}" dt="2025-07-05T18:29:42.063" v="684" actId="1076"/>
          <ac:cxnSpMkLst>
            <pc:docMk/>
            <pc:sldMk cId="129640816" sldId="258"/>
            <ac:cxnSpMk id="114" creationId="{A313097E-F2AE-4C3A-A9A9-63E0908FBC48}"/>
          </ac:cxnSpMkLst>
        </pc:cxnChg>
        <pc:cxnChg chg="add mod">
          <ac:chgData name="Seawright, Tyler" userId="0d679dc6-d022-4613-aaa8-d4a403513003" providerId="ADAL" clId="{0B444EEB-1104-4084-83A5-DCC3692DDE30}" dt="2025-07-05T18:30:06.732" v="691" actId="1076"/>
          <ac:cxnSpMkLst>
            <pc:docMk/>
            <pc:sldMk cId="129640816" sldId="258"/>
            <ac:cxnSpMk id="115" creationId="{4A7B0A60-4EA3-3520-6D6E-700AAE806413}"/>
          </ac:cxnSpMkLst>
        </pc:cxnChg>
        <pc:cxnChg chg="add mod">
          <ac:chgData name="Seawright, Tyler" userId="0d679dc6-d022-4613-aaa8-d4a403513003" providerId="ADAL" clId="{0B444EEB-1104-4084-83A5-DCC3692DDE30}" dt="2025-07-05T18:30:10.970" v="693" actId="1076"/>
          <ac:cxnSpMkLst>
            <pc:docMk/>
            <pc:sldMk cId="129640816" sldId="258"/>
            <ac:cxnSpMk id="117" creationId="{62C9D175-F387-5C99-36CA-68477881093D}"/>
          </ac:cxnSpMkLst>
        </pc:cxnChg>
        <pc:cxnChg chg="add mod">
          <ac:chgData name="Seawright, Tyler" userId="0d679dc6-d022-4613-aaa8-d4a403513003" providerId="ADAL" clId="{0B444EEB-1104-4084-83A5-DCC3692DDE30}" dt="2025-07-05T18:30:23.716" v="695" actId="1076"/>
          <ac:cxnSpMkLst>
            <pc:docMk/>
            <pc:sldMk cId="129640816" sldId="258"/>
            <ac:cxnSpMk id="118" creationId="{7C0B1917-8ED9-2FD6-DD03-B31F991D4134}"/>
          </ac:cxnSpMkLst>
        </pc:cxnChg>
        <pc:cxnChg chg="add mod">
          <ac:chgData name="Seawright, Tyler" userId="0d679dc6-d022-4613-aaa8-d4a403513003" providerId="ADAL" clId="{0B444EEB-1104-4084-83A5-DCC3692DDE30}" dt="2025-07-05T18:30:27.130" v="697" actId="1076"/>
          <ac:cxnSpMkLst>
            <pc:docMk/>
            <pc:sldMk cId="129640816" sldId="258"/>
            <ac:cxnSpMk id="119" creationId="{3658C339-1785-E6EF-6A8E-842205BCC97D}"/>
          </ac:cxnSpMkLst>
        </pc:cxnChg>
        <pc:cxnChg chg="add mod">
          <ac:chgData name="Seawright, Tyler" userId="0d679dc6-d022-4613-aaa8-d4a403513003" providerId="ADAL" clId="{0B444EEB-1104-4084-83A5-DCC3692DDE30}" dt="2025-07-05T18:31:13.484" v="711" actId="14100"/>
          <ac:cxnSpMkLst>
            <pc:docMk/>
            <pc:sldMk cId="129640816" sldId="258"/>
            <ac:cxnSpMk id="121" creationId="{124350CA-221B-0E53-E337-D431D336702D}"/>
          </ac:cxnSpMkLst>
        </pc:cxnChg>
        <pc:cxnChg chg="add mod">
          <ac:chgData name="Seawright, Tyler" userId="0d679dc6-d022-4613-aaa8-d4a403513003" providerId="ADAL" clId="{0B444EEB-1104-4084-83A5-DCC3692DDE30}" dt="2025-07-05T18:36:00.621" v="787" actId="14100"/>
          <ac:cxnSpMkLst>
            <pc:docMk/>
            <pc:sldMk cId="129640816" sldId="258"/>
            <ac:cxnSpMk id="134" creationId="{A1541B30-F6EA-9F6E-CDCA-C72B6C0C0309}"/>
          </ac:cxnSpMkLst>
        </pc:cxnChg>
        <pc:cxnChg chg="add mod">
          <ac:chgData name="Seawright, Tyler" userId="0d679dc6-d022-4613-aaa8-d4a403513003" providerId="ADAL" clId="{0B444EEB-1104-4084-83A5-DCC3692DDE30}" dt="2025-07-05T18:36:15.231" v="792" actId="1038"/>
          <ac:cxnSpMkLst>
            <pc:docMk/>
            <pc:sldMk cId="129640816" sldId="258"/>
            <ac:cxnSpMk id="138" creationId="{5605C7FF-6C56-6F8B-E8F1-D70AD909979C}"/>
          </ac:cxnSpMkLst>
        </pc:cxnChg>
        <pc:cxnChg chg="add mod">
          <ac:chgData name="Seawright, Tyler" userId="0d679dc6-d022-4613-aaa8-d4a403513003" providerId="ADAL" clId="{0B444EEB-1104-4084-83A5-DCC3692DDE30}" dt="2025-07-05T18:36:53.151" v="799" actId="1076"/>
          <ac:cxnSpMkLst>
            <pc:docMk/>
            <pc:sldMk cId="129640816" sldId="258"/>
            <ac:cxnSpMk id="140" creationId="{DAC5505C-A5E4-BC8D-E480-21A39E865A24}"/>
          </ac:cxnSpMkLst>
        </pc:cxnChg>
        <pc:cxnChg chg="add mod">
          <ac:chgData name="Seawright, Tyler" userId="0d679dc6-d022-4613-aaa8-d4a403513003" providerId="ADAL" clId="{0B444EEB-1104-4084-83A5-DCC3692DDE30}" dt="2025-07-05T18:37:14.870" v="813" actId="1076"/>
          <ac:cxnSpMkLst>
            <pc:docMk/>
            <pc:sldMk cId="129640816" sldId="258"/>
            <ac:cxnSpMk id="144" creationId="{DF240CD9-7355-AFD0-705C-77DC815068AD}"/>
          </ac:cxnSpMkLst>
        </pc:cxnChg>
        <pc:cxnChg chg="add mod">
          <ac:chgData name="Seawright, Tyler" userId="0d679dc6-d022-4613-aaa8-d4a403513003" providerId="ADAL" clId="{0B444EEB-1104-4084-83A5-DCC3692DDE30}" dt="2025-07-05T18:37:32.217" v="821" actId="14100"/>
          <ac:cxnSpMkLst>
            <pc:docMk/>
            <pc:sldMk cId="129640816" sldId="258"/>
            <ac:cxnSpMk id="146" creationId="{F7BF9B3D-5F70-5CDA-5862-88AD3751DB4B}"/>
          </ac:cxnSpMkLst>
        </pc:cxnChg>
        <pc:cxnChg chg="add mod">
          <ac:chgData name="Seawright, Tyler" userId="0d679dc6-d022-4613-aaa8-d4a403513003" providerId="ADAL" clId="{0B444EEB-1104-4084-83A5-DCC3692DDE30}" dt="2025-07-05T19:06:43.706" v="1013" actId="14100"/>
          <ac:cxnSpMkLst>
            <pc:docMk/>
            <pc:sldMk cId="129640816" sldId="258"/>
            <ac:cxnSpMk id="150" creationId="{7121D22C-6322-1B4D-A51E-40BD3A060415}"/>
          </ac:cxnSpMkLst>
        </pc:cxnChg>
      </pc:sldChg>
      <pc:sldChg chg="modSp new mod">
        <pc:chgData name="Seawright, Tyler" userId="0d679dc6-d022-4613-aaa8-d4a403513003" providerId="ADAL" clId="{0B444EEB-1104-4084-83A5-DCC3692DDE30}" dt="2025-07-02T22:06:34.790" v="493" actId="20577"/>
        <pc:sldMkLst>
          <pc:docMk/>
          <pc:sldMk cId="259724841" sldId="259"/>
        </pc:sldMkLst>
        <pc:spChg chg="mod">
          <ac:chgData name="Seawright, Tyler" userId="0d679dc6-d022-4613-aaa8-d4a403513003" providerId="ADAL" clId="{0B444EEB-1104-4084-83A5-DCC3692DDE30}" dt="2025-07-02T22:06:34.790" v="493" actId="20577"/>
          <ac:spMkLst>
            <pc:docMk/>
            <pc:sldMk cId="259724841" sldId="259"/>
            <ac:spMk id="2" creationId="{D6DA6652-1AF4-4365-C153-CB6AA606076E}"/>
          </ac:spMkLst>
        </pc:spChg>
      </pc:sldChg>
      <pc:sldChg chg="addSp delSp modSp new mod">
        <pc:chgData name="Seawright, Tyler" userId="0d679dc6-d022-4613-aaa8-d4a403513003" providerId="ADAL" clId="{0B444EEB-1104-4084-83A5-DCC3692DDE30}" dt="2025-07-05T20:30:03.953" v="1057" actId="1076"/>
        <pc:sldMkLst>
          <pc:docMk/>
          <pc:sldMk cId="2713831489" sldId="260"/>
        </pc:sldMkLst>
        <pc:spChg chg="mod">
          <ac:chgData name="Seawright, Tyler" userId="0d679dc6-d022-4613-aaa8-d4a403513003" providerId="ADAL" clId="{0B444EEB-1104-4084-83A5-DCC3692DDE30}" dt="2025-07-02T22:16:06.684" v="526" actId="20577"/>
          <ac:spMkLst>
            <pc:docMk/>
            <pc:sldMk cId="2713831489" sldId="260"/>
            <ac:spMk id="2" creationId="{6AC3A2E1-6B84-0DD2-680F-D3D101996F10}"/>
          </ac:spMkLst>
        </pc:spChg>
        <pc:spChg chg="mod">
          <ac:chgData name="Seawright, Tyler" userId="0d679dc6-d022-4613-aaa8-d4a403513003" providerId="ADAL" clId="{0B444EEB-1104-4084-83A5-DCC3692DDE30}" dt="2025-07-05T18:38:22.624" v="831"/>
          <ac:spMkLst>
            <pc:docMk/>
            <pc:sldMk cId="2713831489" sldId="260"/>
            <ac:spMk id="35" creationId="{498BBD21-33D4-4993-EB58-5ABA72E72692}"/>
          </ac:spMkLst>
        </pc:spChg>
        <pc:spChg chg="mod">
          <ac:chgData name="Seawright, Tyler" userId="0d679dc6-d022-4613-aaa8-d4a403513003" providerId="ADAL" clId="{0B444EEB-1104-4084-83A5-DCC3692DDE30}" dt="2025-07-05T18:38:22.624" v="831"/>
          <ac:spMkLst>
            <pc:docMk/>
            <pc:sldMk cId="2713831489" sldId="260"/>
            <ac:spMk id="38" creationId="{C0BA64AB-1932-512F-D090-36412A4FE3E9}"/>
          </ac:spMkLst>
        </pc:spChg>
        <pc:spChg chg="mod">
          <ac:chgData name="Seawright, Tyler" userId="0d679dc6-d022-4613-aaa8-d4a403513003" providerId="ADAL" clId="{0B444EEB-1104-4084-83A5-DCC3692DDE30}" dt="2025-07-05T18:38:22.624" v="831"/>
          <ac:spMkLst>
            <pc:docMk/>
            <pc:sldMk cId="2713831489" sldId="260"/>
            <ac:spMk id="55" creationId="{4E4FC315-BD42-B49C-9F09-2809F31C202B}"/>
          </ac:spMkLst>
        </pc:spChg>
        <pc:spChg chg="mod">
          <ac:chgData name="Seawright, Tyler" userId="0d679dc6-d022-4613-aaa8-d4a403513003" providerId="ADAL" clId="{0B444EEB-1104-4084-83A5-DCC3692DDE30}" dt="2025-07-05T18:38:22.624" v="831"/>
          <ac:spMkLst>
            <pc:docMk/>
            <pc:sldMk cId="2713831489" sldId="260"/>
            <ac:spMk id="66" creationId="{9FE0211B-8212-BA40-ECAF-422D91995B93}"/>
          </ac:spMkLst>
        </pc:spChg>
        <pc:spChg chg="mod">
          <ac:chgData name="Seawright, Tyler" userId="0d679dc6-d022-4613-aaa8-d4a403513003" providerId="ADAL" clId="{0B444EEB-1104-4084-83A5-DCC3692DDE30}" dt="2025-07-05T18:38:22.624" v="831"/>
          <ac:spMkLst>
            <pc:docMk/>
            <pc:sldMk cId="2713831489" sldId="260"/>
            <ac:spMk id="68" creationId="{606AE294-3E35-82E6-71FD-B621C92E0CE0}"/>
          </ac:spMkLst>
        </pc:spChg>
        <pc:spChg chg="mod">
          <ac:chgData name="Seawright, Tyler" userId="0d679dc6-d022-4613-aaa8-d4a403513003" providerId="ADAL" clId="{0B444EEB-1104-4084-83A5-DCC3692DDE30}" dt="2025-07-05T18:38:22.624" v="831"/>
          <ac:spMkLst>
            <pc:docMk/>
            <pc:sldMk cId="2713831489" sldId="260"/>
            <ac:spMk id="69" creationId="{B10FB063-E5FC-19C5-A4B4-BDA325E08A5B}"/>
          </ac:spMkLst>
        </pc:spChg>
        <pc:spChg chg="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96" creationId="{629A8528-F449-E7E3-E8E7-A466B5919F5A}"/>
          </ac:spMkLst>
        </pc:spChg>
        <pc:spChg chg="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97" creationId="{6FBF74B2-026C-AF59-4177-F6D145C38235}"/>
          </ac:spMkLst>
        </pc:spChg>
        <pc:spChg chg="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98" creationId="{FAB45909-91E2-2031-BBFD-D725E32E581F}"/>
          </ac:spMkLst>
        </pc:spChg>
        <pc:spChg chg="add 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100" creationId="{C8E7C8E4-E158-A47D-1D2F-B14845597D75}"/>
          </ac:spMkLst>
        </pc:spChg>
        <pc:spChg chg="add 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102" creationId="{B0D95230-C831-BA4B-049A-3CC3E4D8C88D}"/>
          </ac:spMkLst>
        </pc:spChg>
        <pc:spChg chg="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103" creationId="{4EE1796B-6F44-8FAC-ED20-92AA727DBC47}"/>
          </ac:spMkLst>
        </pc:spChg>
        <pc:spChg chg="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104" creationId="{345524D6-1330-5BE7-935F-7E5BAFA107F8}"/>
          </ac:spMkLst>
        </pc:spChg>
        <pc:spChg chg="add 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109" creationId="{00288258-FD4A-030F-E7C1-49658A1E3E31}"/>
          </ac:spMkLst>
        </pc:spChg>
        <pc:spChg chg="add 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110" creationId="{80D56D13-B88E-72C5-1129-26EFCE8851FB}"/>
          </ac:spMkLst>
        </pc:spChg>
        <pc:spChg chg="mod">
          <ac:chgData name="Seawright, Tyler" userId="0d679dc6-d022-4613-aaa8-d4a403513003" providerId="ADAL" clId="{0B444EEB-1104-4084-83A5-DCC3692DDE30}" dt="2025-07-05T18:38:27.953" v="832" actId="1076"/>
          <ac:spMkLst>
            <pc:docMk/>
            <pc:sldMk cId="2713831489" sldId="260"/>
            <ac:spMk id="113" creationId="{65115237-4B12-9C25-501A-17AB497EF704}"/>
          </ac:spMkLst>
        </pc:spChg>
        <pc:spChg chg="add mod">
          <ac:chgData name="Seawright, Tyler" userId="0d679dc6-d022-4613-aaa8-d4a403513003" providerId="ADAL" clId="{0B444EEB-1104-4084-83A5-DCC3692DDE30}" dt="2025-07-05T18:39:12.273" v="857" actId="164"/>
          <ac:spMkLst>
            <pc:docMk/>
            <pc:sldMk cId="2713831489" sldId="260"/>
            <ac:spMk id="121" creationId="{8A6C2E34-2BD0-75A2-93D4-2AB0E96099A8}"/>
          </ac:spMkLst>
        </pc:spChg>
        <pc:spChg chg="add mod">
          <ac:chgData name="Seawright, Tyler" userId="0d679dc6-d022-4613-aaa8-d4a403513003" providerId="ADAL" clId="{0B444EEB-1104-4084-83A5-DCC3692DDE30}" dt="2025-07-05T18:39:12.273" v="857" actId="164"/>
          <ac:spMkLst>
            <pc:docMk/>
            <pc:sldMk cId="2713831489" sldId="260"/>
            <ac:spMk id="122" creationId="{0D68EC8D-7DB1-268F-4564-ED598A2D0F4D}"/>
          </ac:spMkLst>
        </pc:spChg>
        <pc:spChg chg="add mod">
          <ac:chgData name="Seawright, Tyler" userId="0d679dc6-d022-4613-aaa8-d4a403513003" providerId="ADAL" clId="{0B444EEB-1104-4084-83A5-DCC3692DDE30}" dt="2025-07-05T18:39:12.273" v="857" actId="164"/>
          <ac:spMkLst>
            <pc:docMk/>
            <pc:sldMk cId="2713831489" sldId="260"/>
            <ac:spMk id="123" creationId="{FF8CEA71-E56C-BA7F-01B5-4F6B48EFB284}"/>
          </ac:spMkLst>
        </pc:spChg>
        <pc:spChg chg="mod topLvl">
          <ac:chgData name="Seawright, Tyler" userId="0d679dc6-d022-4613-aaa8-d4a403513003" providerId="ADAL" clId="{0B444EEB-1104-4084-83A5-DCC3692DDE30}" dt="2025-07-05T18:39:56.436" v="871" actId="207"/>
          <ac:spMkLst>
            <pc:docMk/>
            <pc:sldMk cId="2713831489" sldId="260"/>
            <ac:spMk id="129" creationId="{2F6705DD-E92E-D4F4-BC71-E61C9191C66A}"/>
          </ac:spMkLst>
        </pc:spChg>
        <pc:spChg chg="mod topLvl">
          <ac:chgData name="Seawright, Tyler" userId="0d679dc6-d022-4613-aaa8-d4a403513003" providerId="ADAL" clId="{0B444EEB-1104-4084-83A5-DCC3692DDE30}" dt="2025-07-05T18:39:56.436" v="871" actId="207"/>
          <ac:spMkLst>
            <pc:docMk/>
            <pc:sldMk cId="2713831489" sldId="260"/>
            <ac:spMk id="130" creationId="{BACE1875-B297-1A8F-03FE-E63A35EC1A38}"/>
          </ac:spMkLst>
        </pc:spChg>
        <pc:spChg chg="mod topLvl">
          <ac:chgData name="Seawright, Tyler" userId="0d679dc6-d022-4613-aaa8-d4a403513003" providerId="ADAL" clId="{0B444EEB-1104-4084-83A5-DCC3692DDE30}" dt="2025-07-05T18:39:56.436" v="871" actId="207"/>
          <ac:spMkLst>
            <pc:docMk/>
            <pc:sldMk cId="2713831489" sldId="260"/>
            <ac:spMk id="131" creationId="{8587C3AC-4BD0-D2BE-7AA5-5F257BA26C41}"/>
          </ac:spMkLst>
        </pc:spChg>
        <pc:spChg chg="add mod">
          <ac:chgData name="Seawright, Tyler" userId="0d679dc6-d022-4613-aaa8-d4a403513003" providerId="ADAL" clId="{0B444EEB-1104-4084-83A5-DCC3692DDE30}" dt="2025-07-05T18:41:53.473" v="897" actId="20577"/>
          <ac:spMkLst>
            <pc:docMk/>
            <pc:sldMk cId="2713831489" sldId="260"/>
            <ac:spMk id="132" creationId="{C722BA63-F629-BA36-A7C8-5CA461A1ED19}"/>
          </ac:spMkLst>
        </pc:spChg>
        <pc:spChg chg="mod">
          <ac:chgData name="Seawright, Tyler" userId="0d679dc6-d022-4613-aaa8-d4a403513003" providerId="ADAL" clId="{0B444EEB-1104-4084-83A5-DCC3692DDE30}" dt="2025-07-05T18:41:06.866" v="878"/>
          <ac:spMkLst>
            <pc:docMk/>
            <pc:sldMk cId="2713831489" sldId="260"/>
            <ac:spMk id="138" creationId="{BA22B757-88D3-AE49-3D52-C2D1B1B5E3B9}"/>
          </ac:spMkLst>
        </pc:spChg>
        <pc:spChg chg="mod">
          <ac:chgData name="Seawright, Tyler" userId="0d679dc6-d022-4613-aaa8-d4a403513003" providerId="ADAL" clId="{0B444EEB-1104-4084-83A5-DCC3692DDE30}" dt="2025-07-05T18:41:06.866" v="878"/>
          <ac:spMkLst>
            <pc:docMk/>
            <pc:sldMk cId="2713831489" sldId="260"/>
            <ac:spMk id="139" creationId="{ECC0FCB6-BD21-4B84-A89E-29753E564CD2}"/>
          </ac:spMkLst>
        </pc:spChg>
        <pc:spChg chg="mod">
          <ac:chgData name="Seawright, Tyler" userId="0d679dc6-d022-4613-aaa8-d4a403513003" providerId="ADAL" clId="{0B444EEB-1104-4084-83A5-DCC3692DDE30}" dt="2025-07-05T18:41:06.866" v="878"/>
          <ac:spMkLst>
            <pc:docMk/>
            <pc:sldMk cId="2713831489" sldId="260"/>
            <ac:spMk id="140" creationId="{9A4339DA-AE65-0F13-7F1C-20232C3535AB}"/>
          </ac:spMkLst>
        </pc:spChg>
        <pc:spChg chg="mod">
          <ac:chgData name="Seawright, Tyler" userId="0d679dc6-d022-4613-aaa8-d4a403513003" providerId="ADAL" clId="{0B444EEB-1104-4084-83A5-DCC3692DDE30}" dt="2025-07-05T18:41:23.994" v="885" actId="20577"/>
          <ac:spMkLst>
            <pc:docMk/>
            <pc:sldMk cId="2713831489" sldId="260"/>
            <ac:spMk id="141" creationId="{3CCB76EA-76DD-B2E3-9A36-1388E1A30E8B}"/>
          </ac:spMkLst>
        </pc:spChg>
        <pc:spChg chg="mod">
          <ac:chgData name="Seawright, Tyler" userId="0d679dc6-d022-4613-aaa8-d4a403513003" providerId="ADAL" clId="{0B444EEB-1104-4084-83A5-DCC3692DDE30}" dt="2025-07-05T18:41:28.050" v="886"/>
          <ac:spMkLst>
            <pc:docMk/>
            <pc:sldMk cId="2713831489" sldId="260"/>
            <ac:spMk id="146" creationId="{82B1628B-B40D-0F21-883B-F729F1EB2E9D}"/>
          </ac:spMkLst>
        </pc:spChg>
        <pc:spChg chg="mod">
          <ac:chgData name="Seawright, Tyler" userId="0d679dc6-d022-4613-aaa8-d4a403513003" providerId="ADAL" clId="{0B444EEB-1104-4084-83A5-DCC3692DDE30}" dt="2025-07-05T18:41:28.050" v="886"/>
          <ac:spMkLst>
            <pc:docMk/>
            <pc:sldMk cId="2713831489" sldId="260"/>
            <ac:spMk id="147" creationId="{64EF0BB8-E443-80D5-4841-48119D2590E7}"/>
          </ac:spMkLst>
        </pc:spChg>
        <pc:spChg chg="mod">
          <ac:chgData name="Seawright, Tyler" userId="0d679dc6-d022-4613-aaa8-d4a403513003" providerId="ADAL" clId="{0B444EEB-1104-4084-83A5-DCC3692DDE30}" dt="2025-07-05T18:41:28.050" v="886"/>
          <ac:spMkLst>
            <pc:docMk/>
            <pc:sldMk cId="2713831489" sldId="260"/>
            <ac:spMk id="148" creationId="{6DA7263A-D42E-606A-4200-AFCBDAA4BF11}"/>
          </ac:spMkLst>
        </pc:spChg>
        <pc:spChg chg="mod">
          <ac:chgData name="Seawright, Tyler" userId="0d679dc6-d022-4613-aaa8-d4a403513003" providerId="ADAL" clId="{0B444EEB-1104-4084-83A5-DCC3692DDE30}" dt="2025-07-05T18:41:38.649" v="889" actId="20577"/>
          <ac:spMkLst>
            <pc:docMk/>
            <pc:sldMk cId="2713831489" sldId="260"/>
            <ac:spMk id="149" creationId="{21BB0CE9-0C40-455D-05F3-6A216AEA7E5E}"/>
          </ac:spMkLst>
        </pc:spChg>
        <pc:spChg chg="add mod">
          <ac:chgData name="Seawright, Tyler" userId="0d679dc6-d022-4613-aaa8-d4a403513003" providerId="ADAL" clId="{0B444EEB-1104-4084-83A5-DCC3692DDE30}" dt="2025-07-05T18:52:15.694" v="1010" actId="1076"/>
          <ac:spMkLst>
            <pc:docMk/>
            <pc:sldMk cId="2713831489" sldId="260"/>
            <ac:spMk id="192" creationId="{3FA2EFB3-6358-BC6C-4BDC-D937CBB43F0A}"/>
          </ac:spMkLst>
        </pc:spChg>
        <pc:spChg chg="add mod">
          <ac:chgData name="Seawright, Tyler" userId="0d679dc6-d022-4613-aaa8-d4a403513003" providerId="ADAL" clId="{0B444EEB-1104-4084-83A5-DCC3692DDE30}" dt="2025-07-05T18:52:15.694" v="1010" actId="1076"/>
          <ac:spMkLst>
            <pc:docMk/>
            <pc:sldMk cId="2713831489" sldId="260"/>
            <ac:spMk id="193" creationId="{72663870-B652-1C91-42DC-717660FC40E4}"/>
          </ac:spMkLst>
        </pc:spChg>
        <pc:spChg chg="add mod">
          <ac:chgData name="Seawright, Tyler" userId="0d679dc6-d022-4613-aaa8-d4a403513003" providerId="ADAL" clId="{0B444EEB-1104-4084-83A5-DCC3692DDE30}" dt="2025-07-05T18:52:15.694" v="1010" actId="1076"/>
          <ac:spMkLst>
            <pc:docMk/>
            <pc:sldMk cId="2713831489" sldId="260"/>
            <ac:spMk id="194" creationId="{511FA832-ADE7-DB9E-6964-C24031828140}"/>
          </ac:spMkLst>
        </pc:spChg>
        <pc:spChg chg="add mod">
          <ac:chgData name="Seawright, Tyler" userId="0d679dc6-d022-4613-aaa8-d4a403513003" providerId="ADAL" clId="{0B444EEB-1104-4084-83A5-DCC3692DDE30}" dt="2025-07-05T19:07:17.789" v="1029" actId="1076"/>
          <ac:spMkLst>
            <pc:docMk/>
            <pc:sldMk cId="2713831489" sldId="260"/>
            <ac:spMk id="196" creationId="{14F5E5B4-EA85-A399-99F0-7A58A801BB24}"/>
          </ac:spMkLst>
        </pc:spChg>
        <pc:spChg chg="add mod">
          <ac:chgData name="Seawright, Tyler" userId="0d679dc6-d022-4613-aaa8-d4a403513003" providerId="ADAL" clId="{0B444EEB-1104-4084-83A5-DCC3692DDE30}" dt="2025-07-05T20:30:03.953" v="1057" actId="1076"/>
          <ac:spMkLst>
            <pc:docMk/>
            <pc:sldMk cId="2713831489" sldId="260"/>
            <ac:spMk id="200" creationId="{D209912E-CD45-6FF3-9166-8BE50719722E}"/>
          </ac:spMkLst>
        </pc:spChg>
        <pc:spChg chg="add mod">
          <ac:chgData name="Seawright, Tyler" userId="0d679dc6-d022-4613-aaa8-d4a403513003" providerId="ADAL" clId="{0B444EEB-1104-4084-83A5-DCC3692DDE30}" dt="2025-07-05T20:29:50.757" v="1056" actId="20577"/>
          <ac:spMkLst>
            <pc:docMk/>
            <pc:sldMk cId="2713831489" sldId="260"/>
            <ac:spMk id="205" creationId="{1C893C79-774E-C26B-EAEC-BF2A84006119}"/>
          </ac:spMkLst>
        </pc:spChg>
        <pc:grpChg chg="add mod">
          <ac:chgData name="Seawright, Tyler" userId="0d679dc6-d022-4613-aaa8-d4a403513003" providerId="ADAL" clId="{0B444EEB-1104-4084-83A5-DCC3692DDE30}" dt="2025-07-05T20:17:38.133" v="1032" actId="1076"/>
          <ac:grpSpMkLst>
            <pc:docMk/>
            <pc:sldMk cId="2713831489" sldId="260"/>
            <ac:grpSpMk id="124" creationId="{F4C379D0-B83D-16DB-8773-D9A46A79038C}"/>
          </ac:grpSpMkLst>
        </pc:grpChg>
        <pc:grpChg chg="add mod">
          <ac:chgData name="Seawright, Tyler" userId="0d679dc6-d022-4613-aaa8-d4a403513003" providerId="ADAL" clId="{0B444EEB-1104-4084-83A5-DCC3692DDE30}" dt="2025-07-05T18:40:45.429" v="877" actId="1076"/>
          <ac:grpSpMkLst>
            <pc:docMk/>
            <pc:sldMk cId="2713831489" sldId="260"/>
            <ac:grpSpMk id="133" creationId="{7029466E-16A3-6B16-A7A9-12B2F0EE862B}"/>
          </ac:grpSpMkLst>
        </pc:grpChg>
        <pc:grpChg chg="add mod">
          <ac:chgData name="Seawright, Tyler" userId="0d679dc6-d022-4613-aaa8-d4a403513003" providerId="ADAL" clId="{0B444EEB-1104-4084-83A5-DCC3692DDE30}" dt="2025-07-05T18:41:16.247" v="879" actId="1076"/>
          <ac:grpSpMkLst>
            <pc:docMk/>
            <pc:sldMk cId="2713831489" sldId="260"/>
            <ac:grpSpMk id="134" creationId="{762192EE-236E-DAC1-94D6-23F7A1D7BE90}"/>
          </ac:grpSpMkLst>
        </pc:grpChg>
        <pc:grpChg chg="add mod">
          <ac:chgData name="Seawright, Tyler" userId="0d679dc6-d022-4613-aaa8-d4a403513003" providerId="ADAL" clId="{0B444EEB-1104-4084-83A5-DCC3692DDE30}" dt="2025-07-05T18:41:33.039" v="887" actId="1076"/>
          <ac:grpSpMkLst>
            <pc:docMk/>
            <pc:sldMk cId="2713831489" sldId="260"/>
            <ac:grpSpMk id="142" creationId="{F22BF8E0-C5CF-3B81-C752-2DE8D4BCF99C}"/>
          </ac:grpSpMkLst>
        </pc:grpChg>
        <pc:cxnChg chg="add mod">
          <ac:chgData name="Seawright, Tyler" userId="0d679dc6-d022-4613-aaa8-d4a403513003" providerId="ADAL" clId="{0B444EEB-1104-4084-83A5-DCC3692DDE30}" dt="2025-07-05T18:39:12.273" v="857" actId="164"/>
          <ac:cxnSpMkLst>
            <pc:docMk/>
            <pc:sldMk cId="2713831489" sldId="260"/>
            <ac:cxnSpMk id="114" creationId="{AF817830-8A80-87A8-03D8-8DC71C6B3C4E}"/>
          </ac:cxnSpMkLst>
        </pc:cxnChg>
        <pc:cxnChg chg="add mod">
          <ac:chgData name="Seawright, Tyler" userId="0d679dc6-d022-4613-aaa8-d4a403513003" providerId="ADAL" clId="{0B444EEB-1104-4084-83A5-DCC3692DDE30}" dt="2025-07-05T18:39:12.273" v="857" actId="164"/>
          <ac:cxnSpMkLst>
            <pc:docMk/>
            <pc:sldMk cId="2713831489" sldId="260"/>
            <ac:cxnSpMk id="116" creationId="{64BD5E14-152C-3EC8-4C4B-61225724176E}"/>
          </ac:cxnSpMkLst>
        </pc:cxnChg>
        <pc:cxnChg chg="add mod">
          <ac:chgData name="Seawright, Tyler" userId="0d679dc6-d022-4613-aaa8-d4a403513003" providerId="ADAL" clId="{0B444EEB-1104-4084-83A5-DCC3692DDE30}" dt="2025-07-05T18:39:12.273" v="857" actId="164"/>
          <ac:cxnSpMkLst>
            <pc:docMk/>
            <pc:sldMk cId="2713831489" sldId="260"/>
            <ac:cxnSpMk id="118" creationId="{DDAC4579-EF29-408B-7523-BE15C1A98564}"/>
          </ac:cxnSpMkLst>
        </pc:cxnChg>
        <pc:cxnChg chg="mod topLvl">
          <ac:chgData name="Seawright, Tyler" userId="0d679dc6-d022-4613-aaa8-d4a403513003" providerId="ADAL" clId="{0B444EEB-1104-4084-83A5-DCC3692DDE30}" dt="2025-07-05T18:40:31.043" v="875" actId="208"/>
          <ac:cxnSpMkLst>
            <pc:docMk/>
            <pc:sldMk cId="2713831489" sldId="260"/>
            <ac:cxnSpMk id="126" creationId="{9405F20F-1074-6F08-9A6B-840498B29456}"/>
          </ac:cxnSpMkLst>
        </pc:cxnChg>
        <pc:cxnChg chg="mod topLvl">
          <ac:chgData name="Seawright, Tyler" userId="0d679dc6-d022-4613-aaa8-d4a403513003" providerId="ADAL" clId="{0B444EEB-1104-4084-83A5-DCC3692DDE30}" dt="2025-07-05T18:40:31.043" v="875" actId="208"/>
          <ac:cxnSpMkLst>
            <pc:docMk/>
            <pc:sldMk cId="2713831489" sldId="260"/>
            <ac:cxnSpMk id="127" creationId="{2093C913-5D63-550B-B980-098D0CDA98D7}"/>
          </ac:cxnSpMkLst>
        </pc:cxnChg>
        <pc:cxnChg chg="mod topLvl">
          <ac:chgData name="Seawright, Tyler" userId="0d679dc6-d022-4613-aaa8-d4a403513003" providerId="ADAL" clId="{0B444EEB-1104-4084-83A5-DCC3692DDE30}" dt="2025-07-05T18:40:31.043" v="875" actId="208"/>
          <ac:cxnSpMkLst>
            <pc:docMk/>
            <pc:sldMk cId="2713831489" sldId="260"/>
            <ac:cxnSpMk id="128" creationId="{56C588B2-4041-B48B-CFF4-487671A0160A}"/>
          </ac:cxnSpMkLst>
        </pc:cxnChg>
        <pc:cxnChg chg="mod">
          <ac:chgData name="Seawright, Tyler" userId="0d679dc6-d022-4613-aaa8-d4a403513003" providerId="ADAL" clId="{0B444EEB-1104-4084-83A5-DCC3692DDE30}" dt="2025-07-05T18:41:06.866" v="878"/>
          <ac:cxnSpMkLst>
            <pc:docMk/>
            <pc:sldMk cId="2713831489" sldId="260"/>
            <ac:cxnSpMk id="135" creationId="{CC21E52D-9F14-8D2D-C070-6DE5848038F8}"/>
          </ac:cxnSpMkLst>
        </pc:cxnChg>
        <pc:cxnChg chg="mod">
          <ac:chgData name="Seawright, Tyler" userId="0d679dc6-d022-4613-aaa8-d4a403513003" providerId="ADAL" clId="{0B444EEB-1104-4084-83A5-DCC3692DDE30}" dt="2025-07-05T18:41:06.866" v="878"/>
          <ac:cxnSpMkLst>
            <pc:docMk/>
            <pc:sldMk cId="2713831489" sldId="260"/>
            <ac:cxnSpMk id="136" creationId="{7C47DE63-2351-EA92-D26F-693255CDF037}"/>
          </ac:cxnSpMkLst>
        </pc:cxnChg>
        <pc:cxnChg chg="mod">
          <ac:chgData name="Seawright, Tyler" userId="0d679dc6-d022-4613-aaa8-d4a403513003" providerId="ADAL" clId="{0B444EEB-1104-4084-83A5-DCC3692DDE30}" dt="2025-07-05T18:41:06.866" v="878"/>
          <ac:cxnSpMkLst>
            <pc:docMk/>
            <pc:sldMk cId="2713831489" sldId="260"/>
            <ac:cxnSpMk id="137" creationId="{68AA9A73-6752-F9BA-0BDB-BCBDA3570550}"/>
          </ac:cxnSpMkLst>
        </pc:cxnChg>
        <pc:cxnChg chg="mod">
          <ac:chgData name="Seawright, Tyler" userId="0d679dc6-d022-4613-aaa8-d4a403513003" providerId="ADAL" clId="{0B444EEB-1104-4084-83A5-DCC3692DDE30}" dt="2025-07-05T18:41:28.050" v="886"/>
          <ac:cxnSpMkLst>
            <pc:docMk/>
            <pc:sldMk cId="2713831489" sldId="260"/>
            <ac:cxnSpMk id="143" creationId="{5FA9C128-5852-8896-9EE8-0C3A4B649516}"/>
          </ac:cxnSpMkLst>
        </pc:cxnChg>
        <pc:cxnChg chg="mod">
          <ac:chgData name="Seawright, Tyler" userId="0d679dc6-d022-4613-aaa8-d4a403513003" providerId="ADAL" clId="{0B444EEB-1104-4084-83A5-DCC3692DDE30}" dt="2025-07-05T18:41:28.050" v="886"/>
          <ac:cxnSpMkLst>
            <pc:docMk/>
            <pc:sldMk cId="2713831489" sldId="260"/>
            <ac:cxnSpMk id="144" creationId="{9C27113C-FEE2-ED90-7019-D6E530DAE199}"/>
          </ac:cxnSpMkLst>
        </pc:cxnChg>
        <pc:cxnChg chg="mod">
          <ac:chgData name="Seawright, Tyler" userId="0d679dc6-d022-4613-aaa8-d4a403513003" providerId="ADAL" clId="{0B444EEB-1104-4084-83A5-DCC3692DDE30}" dt="2025-07-05T18:41:28.050" v="886"/>
          <ac:cxnSpMkLst>
            <pc:docMk/>
            <pc:sldMk cId="2713831489" sldId="260"/>
            <ac:cxnSpMk id="145" creationId="{880102B2-2E52-32D3-867D-8DF904A59DE9}"/>
          </ac:cxnSpMkLst>
        </pc:cxnChg>
        <pc:cxnChg chg="add mod">
          <ac:chgData name="Seawright, Tyler" userId="0d679dc6-d022-4613-aaa8-d4a403513003" providerId="ADAL" clId="{0B444EEB-1104-4084-83A5-DCC3692DDE30}" dt="2025-07-05T18:42:39.596" v="903" actId="208"/>
          <ac:cxnSpMkLst>
            <pc:docMk/>
            <pc:sldMk cId="2713831489" sldId="260"/>
            <ac:cxnSpMk id="158" creationId="{FCEBA953-A474-E7D0-7F28-357141D8B099}"/>
          </ac:cxnSpMkLst>
        </pc:cxnChg>
        <pc:cxnChg chg="add mod">
          <ac:chgData name="Seawright, Tyler" userId="0d679dc6-d022-4613-aaa8-d4a403513003" providerId="ADAL" clId="{0B444EEB-1104-4084-83A5-DCC3692DDE30}" dt="2025-07-05T18:43:16.312" v="908" actId="14100"/>
          <ac:cxnSpMkLst>
            <pc:docMk/>
            <pc:sldMk cId="2713831489" sldId="260"/>
            <ac:cxnSpMk id="160" creationId="{B81FFF22-DF24-46A2-BBA8-FB6B75ACB1AB}"/>
          </ac:cxnSpMkLst>
        </pc:cxnChg>
        <pc:cxnChg chg="add mod">
          <ac:chgData name="Seawright, Tyler" userId="0d679dc6-d022-4613-aaa8-d4a403513003" providerId="ADAL" clId="{0B444EEB-1104-4084-83A5-DCC3692DDE30}" dt="2025-07-05T18:43:39.335" v="915" actId="14100"/>
          <ac:cxnSpMkLst>
            <pc:docMk/>
            <pc:sldMk cId="2713831489" sldId="260"/>
            <ac:cxnSpMk id="163" creationId="{21966C77-E27A-14E4-4835-3BE98F3A51B5}"/>
          </ac:cxnSpMkLst>
        </pc:cxnChg>
        <pc:cxnChg chg="add mod">
          <ac:chgData name="Seawright, Tyler" userId="0d679dc6-d022-4613-aaa8-d4a403513003" providerId="ADAL" clId="{0B444EEB-1104-4084-83A5-DCC3692DDE30}" dt="2025-07-05T18:44:12.370" v="921" actId="14100"/>
          <ac:cxnSpMkLst>
            <pc:docMk/>
            <pc:sldMk cId="2713831489" sldId="260"/>
            <ac:cxnSpMk id="168" creationId="{F7410CC2-BB31-A1C8-3F5C-9F0EAD6A5919}"/>
          </ac:cxnSpMkLst>
        </pc:cxnChg>
        <pc:cxnChg chg="add mod">
          <ac:chgData name="Seawright, Tyler" userId="0d679dc6-d022-4613-aaa8-d4a403513003" providerId="ADAL" clId="{0B444EEB-1104-4084-83A5-DCC3692DDE30}" dt="2025-07-05T18:44:19.686" v="923" actId="1076"/>
          <ac:cxnSpMkLst>
            <pc:docMk/>
            <pc:sldMk cId="2713831489" sldId="260"/>
            <ac:cxnSpMk id="172" creationId="{FBDA330E-64F3-B750-CC1F-2AA227259FF8}"/>
          </ac:cxnSpMkLst>
        </pc:cxnChg>
        <pc:cxnChg chg="add mod">
          <ac:chgData name="Seawright, Tyler" userId="0d679dc6-d022-4613-aaa8-d4a403513003" providerId="ADAL" clId="{0B444EEB-1104-4084-83A5-DCC3692DDE30}" dt="2025-07-05T18:44:29.010" v="926" actId="1076"/>
          <ac:cxnSpMkLst>
            <pc:docMk/>
            <pc:sldMk cId="2713831489" sldId="260"/>
            <ac:cxnSpMk id="173" creationId="{2AB90FD7-D35D-A5FC-FDDA-2BC2145D25BD}"/>
          </ac:cxnSpMkLst>
        </pc:cxnChg>
        <pc:cxnChg chg="add mod">
          <ac:chgData name="Seawright, Tyler" userId="0d679dc6-d022-4613-aaa8-d4a403513003" providerId="ADAL" clId="{0B444EEB-1104-4084-83A5-DCC3692DDE30}" dt="2025-07-05T19:09:40.884" v="1031" actId="14100"/>
          <ac:cxnSpMkLst>
            <pc:docMk/>
            <pc:sldMk cId="2713831489" sldId="260"/>
            <ac:cxnSpMk id="175" creationId="{0AD86643-F8D9-C15D-D335-823616046A41}"/>
          </ac:cxnSpMkLst>
        </pc:cxnChg>
        <pc:cxnChg chg="add mod">
          <ac:chgData name="Seawright, Tyler" userId="0d679dc6-d022-4613-aaa8-d4a403513003" providerId="ADAL" clId="{0B444EEB-1104-4084-83A5-DCC3692DDE30}" dt="2025-07-05T18:45:31.565" v="943" actId="14100"/>
          <ac:cxnSpMkLst>
            <pc:docMk/>
            <pc:sldMk cId="2713831489" sldId="260"/>
            <ac:cxnSpMk id="181" creationId="{E7D68BE5-3F66-AED5-324D-42EC1B2EC302}"/>
          </ac:cxnSpMkLst>
        </pc:cxnChg>
        <pc:cxnChg chg="add mod">
          <ac:chgData name="Seawright, Tyler" userId="0d679dc6-d022-4613-aaa8-d4a403513003" providerId="ADAL" clId="{0B444EEB-1104-4084-83A5-DCC3692DDE30}" dt="2025-07-05T18:45:43.099" v="946" actId="1076"/>
          <ac:cxnSpMkLst>
            <pc:docMk/>
            <pc:sldMk cId="2713831489" sldId="260"/>
            <ac:cxnSpMk id="183" creationId="{0993754F-E298-6AD8-4241-D6828F698400}"/>
          </ac:cxnSpMkLst>
        </pc:cxnChg>
        <pc:cxnChg chg="add mod">
          <ac:chgData name="Seawright, Tyler" userId="0d679dc6-d022-4613-aaa8-d4a403513003" providerId="ADAL" clId="{0B444EEB-1104-4084-83A5-DCC3692DDE30}" dt="2025-07-05T18:46:18.775" v="953" actId="14100"/>
          <ac:cxnSpMkLst>
            <pc:docMk/>
            <pc:sldMk cId="2713831489" sldId="260"/>
            <ac:cxnSpMk id="185" creationId="{CFF108A6-794A-67C2-76ED-407B41F08735}"/>
          </ac:cxnSpMkLst>
        </pc:cxnChg>
        <pc:cxnChg chg="add mod">
          <ac:chgData name="Seawright, Tyler" userId="0d679dc6-d022-4613-aaa8-d4a403513003" providerId="ADAL" clId="{0B444EEB-1104-4084-83A5-DCC3692DDE30}" dt="2025-07-05T18:46:37.931" v="958" actId="14100"/>
          <ac:cxnSpMkLst>
            <pc:docMk/>
            <pc:sldMk cId="2713831489" sldId="260"/>
            <ac:cxnSpMk id="189" creationId="{F8196836-2F45-DEF2-9375-59C1B872EF59}"/>
          </ac:cxnSpMkLst>
        </pc:cxnChg>
        <pc:cxnChg chg="add mod">
          <ac:chgData name="Seawright, Tyler" userId="0d679dc6-d022-4613-aaa8-d4a403513003" providerId="ADAL" clId="{0B444EEB-1104-4084-83A5-DCC3692DDE30}" dt="2025-07-05T19:07:13.280" v="1028" actId="1076"/>
          <ac:cxnSpMkLst>
            <pc:docMk/>
            <pc:sldMk cId="2713831489" sldId="260"/>
            <ac:cxnSpMk id="195" creationId="{4D91C563-E4C0-B417-1D49-6CB3B4E0D404}"/>
          </ac:cxnSpMkLst>
        </pc:cxnChg>
        <pc:cxnChg chg="add mod">
          <ac:chgData name="Seawright, Tyler" userId="0d679dc6-d022-4613-aaa8-d4a403513003" providerId="ADAL" clId="{0B444EEB-1104-4084-83A5-DCC3692DDE30}" dt="2025-07-05T20:29:45.368" v="1052" actId="1076"/>
          <ac:cxnSpMkLst>
            <pc:docMk/>
            <pc:sldMk cId="2713831489" sldId="260"/>
            <ac:cxnSpMk id="201" creationId="{ADB7EC19-15FB-60E5-EC98-62D96348876A}"/>
          </ac:cxnSpMkLst>
        </pc:cxnChg>
      </pc:sldChg>
      <pc:sldChg chg="addSp modSp new mod">
        <pc:chgData name="Seawright, Tyler" userId="0d679dc6-d022-4613-aaa8-d4a403513003" providerId="ADAL" clId="{0B444EEB-1104-4084-83A5-DCC3692DDE30}" dt="2025-07-09T22:57:05.095" v="1065" actId="14100"/>
        <pc:sldMkLst>
          <pc:docMk/>
          <pc:sldMk cId="3201362915" sldId="261"/>
        </pc:sldMkLst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5" creationId="{D6E87AF5-38D7-9877-407C-B16D17B74959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6" creationId="{992A6C57-3A11-4551-1CFE-C70E55141321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7" creationId="{E5C65393-9763-FC8C-4512-086C4EAF14D4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13" creationId="{FF222A51-38F3-F8D5-EC9B-D6F0DC20D787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14" creationId="{F6367EB5-229C-91C8-352B-F3DA4CAACB95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23" creationId="{2918503E-89E3-7D0A-8D92-472EF9C8F5F5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24" creationId="{58037810-3039-482D-BE4D-A2FCA762A3A8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25" creationId="{057D75AE-8B0F-24CA-A02E-03A688AC912F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33" creationId="{BEA1A934-7BDB-ED56-234D-33ECC5093F85}"/>
          </ac:spMkLst>
        </pc:spChg>
        <pc:spChg chg="mod">
          <ac:chgData name="Seawright, Tyler" userId="0d679dc6-d022-4613-aaa8-d4a403513003" providerId="ADAL" clId="{0B444EEB-1104-4084-83A5-DCC3692DDE30}" dt="2025-07-09T22:57:05.095" v="1065" actId="14100"/>
          <ac:spMkLst>
            <pc:docMk/>
            <pc:sldMk cId="3201362915" sldId="261"/>
            <ac:spMk id="37" creationId="{699A2DAD-29F7-221B-7D07-558019DD1B4D}"/>
          </ac:spMkLst>
        </pc:spChg>
        <pc:spChg chg="add mod">
          <ac:chgData name="Seawright, Tyler" userId="0d679dc6-d022-4613-aaa8-d4a403513003" providerId="ADAL" clId="{0B444EEB-1104-4084-83A5-DCC3692DDE30}" dt="2025-07-09T22:56:53.713" v="1064" actId="1076"/>
          <ac:spMkLst>
            <pc:docMk/>
            <pc:sldMk cId="3201362915" sldId="261"/>
            <ac:spMk id="39" creationId="{BA2B8BD5-8408-6FD4-CFE2-AD2CF03BC473}"/>
          </ac:spMkLst>
        </pc:spChg>
      </pc:sldChg>
      <pc:sldChg chg="addSp modSp new mod">
        <pc:chgData name="Seawright, Tyler" userId="0d679dc6-d022-4613-aaa8-d4a403513003" providerId="ADAL" clId="{0B444EEB-1104-4084-83A5-DCC3692DDE30}" dt="2025-07-09T22:58:19.311" v="1069" actId="14100"/>
        <pc:sldMkLst>
          <pc:docMk/>
          <pc:sldMk cId="2716236805" sldId="262"/>
        </pc:sldMkLst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7" creationId="{BA362EA9-82CC-C3FE-5012-A3529B83D2BA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12" creationId="{FC61AF23-FDC4-B3BF-CB6F-6C3D876987EB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14" creationId="{D823E0AB-B552-C78D-5D82-5DECBA4837A2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15" creationId="{AA11BE99-CB21-F7C3-211D-64CF9346D17A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20" creationId="{80E0CA5F-1FE6-45AD-1C55-41D2D27C0D29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22" creationId="{F647B829-DE7C-9D3A-9C98-B1AF50EABEDC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23" creationId="{2F5098E1-394E-0C46-0FA2-584D2054B3B1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25" creationId="{8D4669F5-13B0-1547-9DB6-87C27306F1AA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26" creationId="{114BC15B-56C0-21D9-DF3D-79A9E137DED3}"/>
          </ac:spMkLst>
        </pc:spChg>
        <pc:spChg chg="mod">
          <ac:chgData name="Seawright, Tyler" userId="0d679dc6-d022-4613-aaa8-d4a403513003" providerId="ADAL" clId="{0B444EEB-1104-4084-83A5-DCC3692DDE30}" dt="2025-07-09T22:58:19.311" v="1069" actId="14100"/>
          <ac:spMkLst>
            <pc:docMk/>
            <pc:sldMk cId="2716236805" sldId="262"/>
            <ac:spMk id="27" creationId="{E477ECDE-F718-30DF-C079-56564E95ED1D}"/>
          </ac:spMkLst>
        </pc:spChg>
        <pc:spChg chg="mod">
          <ac:chgData name="Seawright, Tyler" userId="0d679dc6-d022-4613-aaa8-d4a403513003" providerId="ADAL" clId="{0B444EEB-1104-4084-83A5-DCC3692DDE30}" dt="2025-07-09T22:58:13.576" v="1067"/>
          <ac:spMkLst>
            <pc:docMk/>
            <pc:sldMk cId="2716236805" sldId="262"/>
            <ac:spMk id="28" creationId="{ECB23053-39F4-001B-782B-2253F33CA07C}"/>
          </ac:spMkLst>
        </pc:spChg>
        <pc:grpChg chg="mod">
          <ac:chgData name="Seawright, Tyler" userId="0d679dc6-d022-4613-aaa8-d4a403513003" providerId="ADAL" clId="{0B444EEB-1104-4084-83A5-DCC3692DDE30}" dt="2025-07-09T22:58:17.420" v="1068" actId="1076"/>
          <ac:grpSpMkLst>
            <pc:docMk/>
            <pc:sldMk cId="2716236805" sldId="262"/>
            <ac:grpSpMk id="2" creationId="{A66641F6-014F-5F3F-587F-07C0BC21F9CD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22C8-7336-B130-6DDD-C0F358D47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69909-D9B4-733D-CD86-8967E900A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BC791-68E8-61C5-68A7-1D3423BCC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F9D78-8D73-42C0-D61E-B5363480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6F873-5AF4-3CDC-8F29-4AFD1F7F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6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BE35-F676-12B6-8A62-145A9D381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4152-05F2-49B9-FD62-2002E5724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C5849-516F-72D8-2503-5496ED16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D1636-C707-70B9-2E9C-1D49C184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03BB9-C2A0-0458-096E-D32BEC1F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1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6439-2F01-7A41-EB20-F7387681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0D393-35AA-FDC4-03DD-217A8DC39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A9F0D-E277-51BA-1DA0-EBCB95AD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B8B39-39DE-6F1F-C521-AA7EA8B0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6792A-B213-50B4-1259-22CABDAD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7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87015-0CAB-8A1B-CEC2-B0A84707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F7B0B-146F-D5E4-939D-1BF558592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2C648-45B2-2A89-CDCA-511DF83F4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8C9B8-462B-A8E1-B6D0-A3744D82D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B8CD2-762C-B9BE-15D4-99B701EB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D526E-7EF3-113C-B001-D5F2BABB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8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3188A-F33C-C5BA-DB2F-F94B0C3D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22AE5-5131-0DD1-8AC0-2C9CF1259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0DC47-B7A6-2B36-9159-3D77B40AB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26A95-AE20-C348-81C4-0200C5686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61361-1FFE-F3A9-5F9D-BADC70501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45BA3-0162-FA0B-50F4-3ECE018A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11B5D-B6FF-6B1B-5D7B-2D3A4B10D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7682CD-AB01-02DA-C07B-C4913F76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66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CF3A-72F6-643B-BCEB-91A1F7F1E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A7A88-0566-BDCB-3814-60653868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F895F-043C-7C26-1491-8E4D88A03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5B51B-88EF-B315-D99E-8360225D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6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34FFE0-AE17-AD72-3D0F-5B4B2A9B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7DE41-AB94-6BFA-3F89-3DF9FAC3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B35C0-4D12-191D-46CA-A4A0F170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0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A013-4BBF-A513-8AD4-8DE94E5F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C573-E726-2999-315B-06C64D81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BC66D-C523-99E3-9CDF-86DA51A8C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49701-99C5-7C47-475F-3C664FFA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F3D8D-4760-0A24-3194-D71B5FE5A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12785-5760-A332-1367-3747E432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4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C29C0-5556-4BC8-97C8-F7AA0A79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B3B35-465A-3D40-7485-7E24C0AEA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064CD-C787-6B29-6CDC-D418B0542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26C16-6C97-1558-E97D-A16DCC62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B7729-13A1-2F9B-682D-629FBA50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73264-BC76-1D24-4919-272E89BD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09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8D37-3774-47CA-0236-69A143D5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2CD18-5128-1153-28AF-C8831064E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D5FC2-834E-621F-19EB-31A609E2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D8AE4-8457-F84F-B4BB-FEE19A74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02F14-51AF-841B-9D51-EF73F322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21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94D24C-5C1A-9CA7-3AB2-F606E2DA2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35FC3-EA75-51A0-D272-2F35F0039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71501-B29F-0CC7-23A3-ACC7BE911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2C55-8929-0F55-4F3D-B3BBD83F7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231AD-5DB2-B61D-F50F-ACEEC682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59C07-DA16-53F0-1A54-05BAC8007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33D42-7CF7-2FA0-68A0-A5E49087A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44A42-1BA6-D557-D00E-3E15668EA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D0D7A-5E6D-406B-B7F2-F90C14D040F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7864F-0ABE-50FA-E7A4-C86FDC13A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1928D-FB2F-1D2A-29E8-B154E0901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08A1A-D1D4-4169-8B3D-0751C07CC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F1F0-805F-355A-4F14-05F508884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Error budget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7CCF7-27C0-EC65-3141-408B9696B3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7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D792-D93D-424B-0AF2-8F387024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DB2064-A03A-8C36-0D26-E91BD21E8806}"/>
              </a:ext>
            </a:extLst>
          </p:cNvPr>
          <p:cNvGrpSpPr/>
          <p:nvPr/>
        </p:nvGrpSpPr>
        <p:grpSpPr>
          <a:xfrm>
            <a:off x="1195058" y="2634558"/>
            <a:ext cx="3485584" cy="2182782"/>
            <a:chOff x="1195058" y="2634558"/>
            <a:chExt cx="3485584" cy="2182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E07488-994C-4436-D251-1FB7F1BEC3C1}"/>
                </a:ext>
              </a:extLst>
            </p:cNvPr>
            <p:cNvGrpSpPr/>
            <p:nvPr/>
          </p:nvGrpSpPr>
          <p:grpSpPr>
            <a:xfrm rot="1035470">
              <a:off x="1195058" y="2634558"/>
              <a:ext cx="3485584" cy="697118"/>
              <a:chOff x="2136618" y="2399168"/>
              <a:chExt cx="3485584" cy="69711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F2CEF98-E6FD-DEB2-6F89-BC10F41FCC96}"/>
                  </a:ext>
                </a:extLst>
              </p:cNvPr>
              <p:cNvSpPr/>
              <p:nvPr/>
            </p:nvSpPr>
            <p:spPr>
              <a:xfrm>
                <a:off x="2136618" y="239916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48254B4-1A6D-B31A-DB89-CB010CD5BE70}"/>
                  </a:ext>
                </a:extLst>
              </p:cNvPr>
              <p:cNvSpPr/>
              <p:nvPr/>
            </p:nvSpPr>
            <p:spPr>
              <a:xfrm>
                <a:off x="4888872" y="2602871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F875EBD-35D1-6246-1777-8F7C77A1D7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0649" y="3425384"/>
              <a:ext cx="664538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89092E0-D9EF-021E-0433-CF15B7B2D463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87" y="3425384"/>
              <a:ext cx="476199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E10169-6F36-D7FB-2FBB-299775EBC8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373" y="4817340"/>
              <a:ext cx="244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E2702A-A9BE-92F3-DB22-3CF239D7EF65}"/>
              </a:ext>
            </a:extLst>
          </p:cNvPr>
          <p:cNvGrpSpPr/>
          <p:nvPr/>
        </p:nvGrpSpPr>
        <p:grpSpPr>
          <a:xfrm>
            <a:off x="6152854" y="2627636"/>
            <a:ext cx="3485339" cy="697118"/>
            <a:chOff x="5570182" y="2767288"/>
            <a:chExt cx="3485339" cy="69711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1BCB6F1-5D3A-6776-1348-9403003223FC}"/>
                </a:ext>
              </a:extLst>
            </p:cNvPr>
            <p:cNvSpPr/>
            <p:nvPr/>
          </p:nvSpPr>
          <p:spPr>
            <a:xfrm>
              <a:off x="5570182" y="2767288"/>
              <a:ext cx="2752254" cy="6971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976E36A-77F9-3552-0BE8-D9F90B3AA4DA}"/>
                </a:ext>
              </a:extLst>
            </p:cNvPr>
            <p:cNvSpPr/>
            <p:nvPr/>
          </p:nvSpPr>
          <p:spPr>
            <a:xfrm>
              <a:off x="8322191" y="3000289"/>
              <a:ext cx="733330" cy="2897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E275997-4997-5965-4B35-4E4BF75C769E}"/>
              </a:ext>
            </a:extLst>
          </p:cNvPr>
          <p:cNvCxnSpPr>
            <a:cxnSpLocks/>
            <a:stCxn id="34" idx="0"/>
            <a:endCxn id="28" idx="2"/>
          </p:cNvCxnSpPr>
          <p:nvPr/>
        </p:nvCxnSpPr>
        <p:spPr>
          <a:xfrm flipV="1">
            <a:off x="6493552" y="3429291"/>
            <a:ext cx="170983" cy="7578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4B03902-1187-AC75-BFE2-6834630A7096}"/>
              </a:ext>
            </a:extLst>
          </p:cNvPr>
          <p:cNvSpPr/>
          <p:nvPr/>
        </p:nvSpPr>
        <p:spPr>
          <a:xfrm>
            <a:off x="6073994" y="2530913"/>
            <a:ext cx="1181082" cy="89837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5430C5-F0D3-AAAB-142C-EB3DE54EA60F}"/>
              </a:ext>
            </a:extLst>
          </p:cNvPr>
          <p:cNvGrpSpPr/>
          <p:nvPr/>
        </p:nvGrpSpPr>
        <p:grpSpPr>
          <a:xfrm>
            <a:off x="8335893" y="190719"/>
            <a:ext cx="3485339" cy="697118"/>
            <a:chOff x="5570182" y="2767288"/>
            <a:chExt cx="3485339" cy="69711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BE0A25D-E231-8404-92CB-960777524E2B}"/>
                </a:ext>
              </a:extLst>
            </p:cNvPr>
            <p:cNvSpPr/>
            <p:nvPr/>
          </p:nvSpPr>
          <p:spPr>
            <a:xfrm>
              <a:off x="5570182" y="2767288"/>
              <a:ext cx="2752254" cy="6971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867F4DE-50A7-275F-FD1A-3247EB129819}"/>
                </a:ext>
              </a:extLst>
            </p:cNvPr>
            <p:cNvSpPr/>
            <p:nvPr/>
          </p:nvSpPr>
          <p:spPr>
            <a:xfrm>
              <a:off x="8322191" y="3000289"/>
              <a:ext cx="733330" cy="2897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66B2B421-F487-A399-11AF-4484A188C2DD}"/>
              </a:ext>
            </a:extLst>
          </p:cNvPr>
          <p:cNvSpPr/>
          <p:nvPr/>
        </p:nvSpPr>
        <p:spPr>
          <a:xfrm>
            <a:off x="7333935" y="2527006"/>
            <a:ext cx="1487389" cy="89837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6878F6-F87F-AF95-FAC8-76752EBC8632}"/>
              </a:ext>
            </a:extLst>
          </p:cNvPr>
          <p:cNvSpPr/>
          <p:nvPr/>
        </p:nvSpPr>
        <p:spPr>
          <a:xfrm>
            <a:off x="8983967" y="2724260"/>
            <a:ext cx="594726" cy="562463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2B6243-0299-51A6-41E7-A3FCA2FDB5CD}"/>
              </a:ext>
            </a:extLst>
          </p:cNvPr>
          <p:cNvSpPr/>
          <p:nvPr/>
        </p:nvSpPr>
        <p:spPr>
          <a:xfrm>
            <a:off x="5749857" y="4187098"/>
            <a:ext cx="1487389" cy="48534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Focusing Optics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6471AC2-9A74-F419-C9CD-F99EED952C58}"/>
              </a:ext>
            </a:extLst>
          </p:cNvPr>
          <p:cNvCxnSpPr>
            <a:cxnSpLocks/>
            <a:stCxn id="36" idx="0"/>
            <a:endCxn id="32" idx="2"/>
          </p:cNvCxnSpPr>
          <p:nvPr/>
        </p:nvCxnSpPr>
        <p:spPr>
          <a:xfrm flipH="1" flipV="1">
            <a:off x="8077630" y="3425384"/>
            <a:ext cx="257826" cy="7187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97266B7-D5AD-47B7-F5A0-EA9995C295AB}"/>
              </a:ext>
            </a:extLst>
          </p:cNvPr>
          <p:cNvSpPr/>
          <p:nvPr/>
        </p:nvSpPr>
        <p:spPr>
          <a:xfrm>
            <a:off x="7399931" y="4144163"/>
            <a:ext cx="1871050" cy="52337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Aberration Correction Optics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3884F3D-D6AE-E6E0-9584-6126C035DABF}"/>
              </a:ext>
            </a:extLst>
          </p:cNvPr>
          <p:cNvCxnSpPr>
            <a:cxnSpLocks/>
            <a:stCxn id="42" idx="0"/>
            <a:endCxn id="33" idx="2"/>
          </p:cNvCxnSpPr>
          <p:nvPr/>
        </p:nvCxnSpPr>
        <p:spPr>
          <a:xfrm flipH="1" flipV="1">
            <a:off x="9281330" y="3286723"/>
            <a:ext cx="1000956" cy="4980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D889EAF-9494-AF77-E4CE-789FE3C87336}"/>
              </a:ext>
            </a:extLst>
          </p:cNvPr>
          <p:cNvSpPr/>
          <p:nvPr/>
        </p:nvSpPr>
        <p:spPr>
          <a:xfrm>
            <a:off x="9416256" y="3784773"/>
            <a:ext cx="1732059" cy="52337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Eyepiece Imaging Optics</a:t>
            </a:r>
          </a:p>
        </p:txBody>
      </p:sp>
    </p:spTree>
    <p:extLst>
      <p:ext uri="{BB962C8B-B14F-4D97-AF65-F5344CB8AC3E}">
        <p14:creationId xmlns:p14="http://schemas.microsoft.com/office/powerpoint/2010/main" val="486168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819F-4A5B-E0EF-9ADA-81A9FDDD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Telescope Focusing Optics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22CEB3A-6B84-3C38-DCA1-388BD37D4DFF}"/>
              </a:ext>
            </a:extLst>
          </p:cNvPr>
          <p:cNvGrpSpPr/>
          <p:nvPr/>
        </p:nvGrpSpPr>
        <p:grpSpPr>
          <a:xfrm>
            <a:off x="838200" y="1690688"/>
            <a:ext cx="5165912" cy="4472412"/>
            <a:chOff x="838200" y="1690688"/>
            <a:chExt cx="5165912" cy="4472412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C7FCE0-A1C4-022D-F2A7-1973EDDA9A19}"/>
                </a:ext>
              </a:extLst>
            </p:cNvPr>
            <p:cNvSpPr/>
            <p:nvPr/>
          </p:nvSpPr>
          <p:spPr>
            <a:xfrm>
              <a:off x="4182616" y="2580190"/>
              <a:ext cx="860163" cy="26623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A0F5C068-8B15-214D-2105-337463FFF10F}"/>
                </a:ext>
              </a:extLst>
            </p:cNvPr>
            <p:cNvSpPr/>
            <p:nvPr/>
          </p:nvSpPr>
          <p:spPr>
            <a:xfrm>
              <a:off x="1609766" y="1690688"/>
              <a:ext cx="2299580" cy="4472412"/>
            </a:xfrm>
            <a:prstGeom prst="arc">
              <a:avLst>
                <a:gd name="adj1" fmla="val 18448903"/>
                <a:gd name="adj2" fmla="val 3117954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3C7A2E76-03BB-8BC3-C3CA-649F30C0C445}"/>
                </a:ext>
              </a:extLst>
            </p:cNvPr>
            <p:cNvSpPr/>
            <p:nvPr/>
          </p:nvSpPr>
          <p:spPr>
            <a:xfrm>
              <a:off x="1229520" y="3469694"/>
              <a:ext cx="914400" cy="914400"/>
            </a:xfrm>
            <a:prstGeom prst="arc">
              <a:avLst>
                <a:gd name="adj1" fmla="val 20066882"/>
                <a:gd name="adj2" fmla="val 1379101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E85C26-C2A7-34AE-25E5-5BB8D5B84F4E}"/>
                </a:ext>
              </a:extLst>
            </p:cNvPr>
            <p:cNvSpPr/>
            <p:nvPr/>
          </p:nvSpPr>
          <p:spPr>
            <a:xfrm>
              <a:off x="1956561" y="2279293"/>
              <a:ext cx="3086217" cy="3008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AA2779-D40B-A145-8950-8B89856D7BF0}"/>
                </a:ext>
              </a:extLst>
            </p:cNvPr>
            <p:cNvSpPr/>
            <p:nvPr/>
          </p:nvSpPr>
          <p:spPr>
            <a:xfrm>
              <a:off x="1956562" y="5242589"/>
              <a:ext cx="3086218" cy="3008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D7D1F22-779B-DF91-88D2-1AD582E1FBA4}"/>
                </a:ext>
              </a:extLst>
            </p:cNvPr>
            <p:cNvCxnSpPr>
              <a:cxnSpLocks/>
            </p:cNvCxnSpPr>
            <p:nvPr/>
          </p:nvCxnSpPr>
          <p:spPr>
            <a:xfrm>
              <a:off x="3684760" y="2656464"/>
              <a:ext cx="49794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982A04-201D-6DF4-8EB4-A5711CD7B784}"/>
                </a:ext>
              </a:extLst>
            </p:cNvPr>
            <p:cNvCxnSpPr>
              <a:cxnSpLocks/>
            </p:cNvCxnSpPr>
            <p:nvPr/>
          </p:nvCxnSpPr>
          <p:spPr>
            <a:xfrm>
              <a:off x="3687777" y="5163400"/>
              <a:ext cx="49794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439A7C-A255-AE42-AABC-E563CD8AD5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3790" y="2656464"/>
              <a:ext cx="0" cy="254086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4CC97AD-F438-045F-0B24-D3B5A36599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7311" y="3747198"/>
              <a:ext cx="0" cy="359391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D4DB8EC-7740-D14F-B05D-457E35CE6322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1997311" y="3729690"/>
              <a:ext cx="101892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97A6F99-FFFB-DC54-B1CA-6494B58B606E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1997311" y="4105426"/>
              <a:ext cx="11031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34FCFC6-1179-F34C-94A3-E4BF14F7C313}"/>
                </a:ext>
              </a:extLst>
            </p:cNvPr>
            <p:cNvSpPr/>
            <p:nvPr/>
          </p:nvSpPr>
          <p:spPr>
            <a:xfrm>
              <a:off x="2249299" y="3776444"/>
              <a:ext cx="2793479" cy="3008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A7223FA-EF98-787F-B5E6-2E119657A040}"/>
                </a:ext>
              </a:extLst>
            </p:cNvPr>
            <p:cNvCxnSpPr>
              <a:cxnSpLocks/>
            </p:cNvCxnSpPr>
            <p:nvPr/>
          </p:nvCxnSpPr>
          <p:spPr>
            <a:xfrm>
              <a:off x="3904819" y="3740434"/>
              <a:ext cx="277882" cy="6764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22BC17D-B102-D9F6-B2C1-23A37B7290C1}"/>
                </a:ext>
              </a:extLst>
            </p:cNvPr>
            <p:cNvCxnSpPr>
              <a:cxnSpLocks/>
            </p:cNvCxnSpPr>
            <p:nvPr/>
          </p:nvCxnSpPr>
          <p:spPr>
            <a:xfrm>
              <a:off x="3904819" y="4110798"/>
              <a:ext cx="277882" cy="2553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118529B-8BAB-014A-E512-6D3BB94A62D5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838200" y="2779414"/>
              <a:ext cx="284656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6B7F7B1-F78F-2F28-B017-A6F547645198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2099203" y="2779414"/>
              <a:ext cx="1585557" cy="95027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E71E96F-B4D6-347B-9E9E-83042F197E61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>
              <a:off x="2099203" y="3729690"/>
              <a:ext cx="3876084" cy="25990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0430030-E063-FC48-4ACC-DF4E7C0C655E}"/>
                </a:ext>
              </a:extLst>
            </p:cNvPr>
            <p:cNvSpPr/>
            <p:nvPr/>
          </p:nvSpPr>
          <p:spPr>
            <a:xfrm>
              <a:off x="4913013" y="3446348"/>
              <a:ext cx="129766" cy="930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16DBFEB-A48C-6E25-A0DC-E4C05B235F5B}"/>
                </a:ext>
              </a:extLst>
            </p:cNvPr>
            <p:cNvCxnSpPr>
              <a:cxnSpLocks/>
            </p:cNvCxnSpPr>
            <p:nvPr/>
          </p:nvCxnSpPr>
          <p:spPr>
            <a:xfrm>
              <a:off x="4944020" y="3876320"/>
              <a:ext cx="137160" cy="676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0578C65-6CCE-15F7-A90F-6234CE1FE1F5}"/>
                </a:ext>
              </a:extLst>
            </p:cNvPr>
            <p:cNvCxnSpPr>
              <a:cxnSpLocks/>
            </p:cNvCxnSpPr>
            <p:nvPr/>
          </p:nvCxnSpPr>
          <p:spPr>
            <a:xfrm>
              <a:off x="4944020" y="3968070"/>
              <a:ext cx="137160" cy="676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3CF17E5-22C0-762D-3307-9C6A18BCDB28}"/>
                </a:ext>
              </a:extLst>
            </p:cNvPr>
            <p:cNvCxnSpPr>
              <a:cxnSpLocks/>
            </p:cNvCxnSpPr>
            <p:nvPr/>
          </p:nvCxnSpPr>
          <p:spPr>
            <a:xfrm>
              <a:off x="4993812" y="3980262"/>
              <a:ext cx="3701" cy="365401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48E178D-AD14-C33E-09EA-B4FE29744FE5}"/>
                </a:ext>
              </a:extLst>
            </p:cNvPr>
            <p:cNvCxnSpPr>
              <a:cxnSpLocks/>
            </p:cNvCxnSpPr>
            <p:nvPr/>
          </p:nvCxnSpPr>
          <p:spPr>
            <a:xfrm>
              <a:off x="5000330" y="3486515"/>
              <a:ext cx="3701" cy="365401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82699DF-3912-A99D-A5FC-9FA2D6EC013C}"/>
                </a:ext>
              </a:extLst>
            </p:cNvPr>
            <p:cNvCxnSpPr/>
            <p:nvPr/>
          </p:nvCxnSpPr>
          <p:spPr>
            <a:xfrm>
              <a:off x="838200" y="5014112"/>
              <a:ext cx="284656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A0653CA-463D-4703-7C20-0D09FA961A33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V="1">
              <a:off x="2107622" y="3865474"/>
              <a:ext cx="3896490" cy="23995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0A3190C-11ED-FFF8-1001-60A0FE2772A0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2107622" y="4105426"/>
              <a:ext cx="1605963" cy="90995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116354-2B2A-B994-9BF6-5287A4D26C9E}"/>
                </a:ext>
              </a:extLst>
            </p:cNvPr>
            <p:cNvGrpSpPr/>
            <p:nvPr/>
          </p:nvGrpSpPr>
          <p:grpSpPr>
            <a:xfrm>
              <a:off x="1976508" y="3137028"/>
              <a:ext cx="196232" cy="603312"/>
              <a:chOff x="1976508" y="3137028"/>
              <a:chExt cx="196232" cy="603312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32A4426-24D0-39B5-53EC-D2887246FFFB}"/>
                  </a:ext>
                </a:extLst>
              </p:cNvPr>
              <p:cNvSpPr/>
              <p:nvPr/>
            </p:nvSpPr>
            <p:spPr>
              <a:xfrm>
                <a:off x="1976510" y="3137028"/>
                <a:ext cx="196230" cy="44977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4730A68-A003-D74D-4979-8A3F4BE70697}"/>
                  </a:ext>
                </a:extLst>
              </p:cNvPr>
              <p:cNvSpPr/>
              <p:nvPr/>
            </p:nvSpPr>
            <p:spPr>
              <a:xfrm>
                <a:off x="1976508" y="3537345"/>
                <a:ext cx="196231" cy="20299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C8FF23E-7B9A-CF15-2156-7934D7A828D2}"/>
                </a:ext>
              </a:extLst>
            </p:cNvPr>
            <p:cNvGrpSpPr/>
            <p:nvPr/>
          </p:nvGrpSpPr>
          <p:grpSpPr>
            <a:xfrm flipV="1">
              <a:off x="1956561" y="4132481"/>
              <a:ext cx="196231" cy="609840"/>
              <a:chOff x="1976508" y="3130500"/>
              <a:chExt cx="196231" cy="609840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0D94A21-643B-5388-D39E-D83EA215AA20}"/>
                  </a:ext>
                </a:extLst>
              </p:cNvPr>
              <p:cNvSpPr/>
              <p:nvPr/>
            </p:nvSpPr>
            <p:spPr>
              <a:xfrm>
                <a:off x="1976510" y="3130500"/>
                <a:ext cx="187357" cy="45630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3E9128D-9596-8175-78F2-A185F43C9304}"/>
                  </a:ext>
                </a:extLst>
              </p:cNvPr>
              <p:cNvSpPr/>
              <p:nvPr/>
            </p:nvSpPr>
            <p:spPr>
              <a:xfrm>
                <a:off x="1976508" y="3537345"/>
                <a:ext cx="196231" cy="20299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6F9C127-CC96-988D-2C1E-E7A08D18008C}"/>
                </a:ext>
              </a:extLst>
            </p:cNvPr>
            <p:cNvSpPr/>
            <p:nvPr/>
          </p:nvSpPr>
          <p:spPr>
            <a:xfrm>
              <a:off x="3567065" y="2580190"/>
              <a:ext cx="117694" cy="12002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B3B8C8E-7FC7-867E-E577-D651D4BEBDC7}"/>
                </a:ext>
              </a:extLst>
            </p:cNvPr>
            <p:cNvSpPr/>
            <p:nvPr/>
          </p:nvSpPr>
          <p:spPr>
            <a:xfrm>
              <a:off x="3570722" y="5139097"/>
              <a:ext cx="117694" cy="12002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F0F92C9-A8B6-7645-227A-E8D3AD66B742}"/>
              </a:ext>
            </a:extLst>
          </p:cNvPr>
          <p:cNvGrpSpPr/>
          <p:nvPr/>
        </p:nvGrpSpPr>
        <p:grpSpPr>
          <a:xfrm>
            <a:off x="6803677" y="1690688"/>
            <a:ext cx="3851660" cy="4472412"/>
            <a:chOff x="6783979" y="1691619"/>
            <a:chExt cx="3851660" cy="4472412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177754E-037E-48B2-D87B-EB7BD78801CF}"/>
                </a:ext>
              </a:extLst>
            </p:cNvPr>
            <p:cNvSpPr/>
            <p:nvPr/>
          </p:nvSpPr>
          <p:spPr>
            <a:xfrm>
              <a:off x="9737075" y="2581121"/>
              <a:ext cx="860163" cy="26623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BDD96FB4-D9F1-39D9-F5FF-2A31077D610D}"/>
                </a:ext>
              </a:extLst>
            </p:cNvPr>
            <p:cNvSpPr/>
            <p:nvPr/>
          </p:nvSpPr>
          <p:spPr>
            <a:xfrm>
              <a:off x="7164225" y="1691619"/>
              <a:ext cx="2299580" cy="4472412"/>
            </a:xfrm>
            <a:prstGeom prst="arc">
              <a:avLst>
                <a:gd name="adj1" fmla="val 18448903"/>
                <a:gd name="adj2" fmla="val 3117954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D8A9685C-F157-9053-C92E-E31149C84939}"/>
                </a:ext>
              </a:extLst>
            </p:cNvPr>
            <p:cNvSpPr/>
            <p:nvPr/>
          </p:nvSpPr>
          <p:spPr>
            <a:xfrm>
              <a:off x="6783979" y="3470625"/>
              <a:ext cx="914400" cy="914400"/>
            </a:xfrm>
            <a:prstGeom prst="arc">
              <a:avLst>
                <a:gd name="adj1" fmla="val 20066882"/>
                <a:gd name="adj2" fmla="val 1379101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BBF9F99-4678-E98C-4DEB-10DE2F47082D}"/>
                </a:ext>
              </a:extLst>
            </p:cNvPr>
            <p:cNvSpPr/>
            <p:nvPr/>
          </p:nvSpPr>
          <p:spPr>
            <a:xfrm>
              <a:off x="7511020" y="2280224"/>
              <a:ext cx="3086217" cy="3008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C22EE91-FB94-112C-C481-995BDE99E799}"/>
                </a:ext>
              </a:extLst>
            </p:cNvPr>
            <p:cNvSpPr/>
            <p:nvPr/>
          </p:nvSpPr>
          <p:spPr>
            <a:xfrm>
              <a:off x="7499412" y="5243520"/>
              <a:ext cx="3097827" cy="3008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EB095F4-F0F0-AEBB-5653-A1148119518C}"/>
                </a:ext>
              </a:extLst>
            </p:cNvPr>
            <p:cNvCxnSpPr>
              <a:cxnSpLocks/>
            </p:cNvCxnSpPr>
            <p:nvPr/>
          </p:nvCxnSpPr>
          <p:spPr>
            <a:xfrm>
              <a:off x="9239219" y="2657395"/>
              <a:ext cx="49794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A3B897E-7D04-5B13-8562-C321674DB983}"/>
                </a:ext>
              </a:extLst>
            </p:cNvPr>
            <p:cNvCxnSpPr>
              <a:cxnSpLocks/>
            </p:cNvCxnSpPr>
            <p:nvPr/>
          </p:nvCxnSpPr>
          <p:spPr>
            <a:xfrm>
              <a:off x="9242236" y="5164331"/>
              <a:ext cx="49794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9E1FECB-1BDB-77DC-5267-3B51C29FE2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8249" y="2657395"/>
              <a:ext cx="0" cy="254086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E12D929-3C60-5A5C-D7D1-B0235E32E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1770" y="3748129"/>
              <a:ext cx="0" cy="359391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B87F87A-6BE8-1A84-CE4D-7FEEF708C90F}"/>
                </a:ext>
              </a:extLst>
            </p:cNvPr>
            <p:cNvCxnSpPr>
              <a:cxnSpLocks/>
              <a:endCxn id="79" idx="0"/>
            </p:cNvCxnSpPr>
            <p:nvPr/>
          </p:nvCxnSpPr>
          <p:spPr>
            <a:xfrm>
              <a:off x="7551770" y="3730621"/>
              <a:ext cx="101892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A88F3A2-9F56-2129-893E-7B09AECCEF16}"/>
                </a:ext>
              </a:extLst>
            </p:cNvPr>
            <p:cNvCxnSpPr>
              <a:cxnSpLocks/>
              <a:endCxn id="79" idx="2"/>
            </p:cNvCxnSpPr>
            <p:nvPr/>
          </p:nvCxnSpPr>
          <p:spPr>
            <a:xfrm>
              <a:off x="7551770" y="4106357"/>
              <a:ext cx="11031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C37FB37-F9AF-2EE6-EF2C-AA557A44312C}"/>
                </a:ext>
              </a:extLst>
            </p:cNvPr>
            <p:cNvSpPr/>
            <p:nvPr/>
          </p:nvSpPr>
          <p:spPr>
            <a:xfrm>
              <a:off x="7803758" y="3777375"/>
              <a:ext cx="2793479" cy="3008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76DB3B4-7CFF-10B3-57F8-7D46477B40CA}"/>
                </a:ext>
              </a:extLst>
            </p:cNvPr>
            <p:cNvCxnSpPr>
              <a:cxnSpLocks/>
            </p:cNvCxnSpPr>
            <p:nvPr/>
          </p:nvCxnSpPr>
          <p:spPr>
            <a:xfrm>
              <a:off x="9459278" y="3741365"/>
              <a:ext cx="277882" cy="6764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3A0DFD5-1BF2-7440-F797-852B82F24F00}"/>
                </a:ext>
              </a:extLst>
            </p:cNvPr>
            <p:cNvCxnSpPr>
              <a:cxnSpLocks/>
            </p:cNvCxnSpPr>
            <p:nvPr/>
          </p:nvCxnSpPr>
          <p:spPr>
            <a:xfrm>
              <a:off x="9459278" y="4111729"/>
              <a:ext cx="277882" cy="2553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E6C0FDE-030C-4BE0-EB37-8A642EEEB5E0}"/>
                </a:ext>
              </a:extLst>
            </p:cNvPr>
            <p:cNvSpPr/>
            <p:nvPr/>
          </p:nvSpPr>
          <p:spPr>
            <a:xfrm>
              <a:off x="10467472" y="3447279"/>
              <a:ext cx="129766" cy="930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B86C67C-E7C9-2495-3E02-A1D1F083E0A8}"/>
                </a:ext>
              </a:extLst>
            </p:cNvPr>
            <p:cNvCxnSpPr>
              <a:cxnSpLocks/>
            </p:cNvCxnSpPr>
            <p:nvPr/>
          </p:nvCxnSpPr>
          <p:spPr>
            <a:xfrm>
              <a:off x="10498479" y="3877251"/>
              <a:ext cx="137160" cy="676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CB8A3D9-4F23-0699-5E39-B1716713E32A}"/>
                </a:ext>
              </a:extLst>
            </p:cNvPr>
            <p:cNvCxnSpPr>
              <a:cxnSpLocks/>
            </p:cNvCxnSpPr>
            <p:nvPr/>
          </p:nvCxnSpPr>
          <p:spPr>
            <a:xfrm>
              <a:off x="10498479" y="3969001"/>
              <a:ext cx="137160" cy="676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9FA266E-A64B-03A3-3395-D23AA9FF4E84}"/>
                </a:ext>
              </a:extLst>
            </p:cNvPr>
            <p:cNvCxnSpPr>
              <a:cxnSpLocks/>
            </p:cNvCxnSpPr>
            <p:nvPr/>
          </p:nvCxnSpPr>
          <p:spPr>
            <a:xfrm>
              <a:off x="10548271" y="3981193"/>
              <a:ext cx="3701" cy="365401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680DED7-66A9-E76F-EE9B-E25690F5E7E2}"/>
                </a:ext>
              </a:extLst>
            </p:cNvPr>
            <p:cNvCxnSpPr>
              <a:cxnSpLocks/>
            </p:cNvCxnSpPr>
            <p:nvPr/>
          </p:nvCxnSpPr>
          <p:spPr>
            <a:xfrm>
              <a:off x="10554789" y="3487446"/>
              <a:ext cx="3701" cy="365401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BA0E1F0-0E8C-3AD7-E2DF-0ECE112B38C5}"/>
                </a:ext>
              </a:extLst>
            </p:cNvPr>
            <p:cNvGrpSpPr/>
            <p:nvPr/>
          </p:nvGrpSpPr>
          <p:grpSpPr>
            <a:xfrm>
              <a:off x="7498129" y="2581121"/>
              <a:ext cx="229070" cy="1160150"/>
              <a:chOff x="1943670" y="2580190"/>
              <a:chExt cx="229070" cy="1160150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B185637F-516B-DA3B-24A1-BB0A7F187703}"/>
                  </a:ext>
                </a:extLst>
              </p:cNvPr>
              <p:cNvSpPr/>
              <p:nvPr/>
            </p:nvSpPr>
            <p:spPr>
              <a:xfrm>
                <a:off x="1956561" y="2580190"/>
                <a:ext cx="216179" cy="100661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FC3DD9C3-3AF5-F396-F127-3C8826E6E532}"/>
                  </a:ext>
                </a:extLst>
              </p:cNvPr>
              <p:cNvSpPr/>
              <p:nvPr/>
            </p:nvSpPr>
            <p:spPr>
              <a:xfrm>
                <a:off x="1943670" y="3537345"/>
                <a:ext cx="229070" cy="20299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49A917FD-462F-2BFB-33BB-C59168538036}"/>
                </a:ext>
              </a:extLst>
            </p:cNvPr>
            <p:cNvGrpSpPr/>
            <p:nvPr/>
          </p:nvGrpSpPr>
          <p:grpSpPr>
            <a:xfrm flipV="1">
              <a:off x="7501967" y="4133410"/>
              <a:ext cx="225231" cy="1140544"/>
              <a:chOff x="1967455" y="2599798"/>
              <a:chExt cx="225231" cy="1140544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2C191DE0-A536-9573-9DDD-A2F7CF935EAE}"/>
                  </a:ext>
                </a:extLst>
              </p:cNvPr>
              <p:cNvSpPr/>
              <p:nvPr/>
            </p:nvSpPr>
            <p:spPr>
              <a:xfrm>
                <a:off x="1969220" y="2599798"/>
                <a:ext cx="223466" cy="98701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627087D-BFFD-186D-6933-7DD676AC5B8F}"/>
                  </a:ext>
                </a:extLst>
              </p:cNvPr>
              <p:cNvSpPr/>
              <p:nvPr/>
            </p:nvSpPr>
            <p:spPr>
              <a:xfrm>
                <a:off x="1967455" y="3511473"/>
                <a:ext cx="223467" cy="228869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4FA602C-3112-1A99-7525-7CE85CB73BCC}"/>
                </a:ext>
              </a:extLst>
            </p:cNvPr>
            <p:cNvSpPr/>
            <p:nvPr/>
          </p:nvSpPr>
          <p:spPr>
            <a:xfrm>
              <a:off x="9121524" y="2581121"/>
              <a:ext cx="117694" cy="12002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D635FBE-2415-4E8F-F22C-558698F9598A}"/>
                </a:ext>
              </a:extLst>
            </p:cNvPr>
            <p:cNvSpPr/>
            <p:nvPr/>
          </p:nvSpPr>
          <p:spPr>
            <a:xfrm>
              <a:off x="9125181" y="5140028"/>
              <a:ext cx="117694" cy="12002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6D2288-4DBC-36F5-5BA1-06750563C8E9}"/>
              </a:ext>
            </a:extLst>
          </p:cNvPr>
          <p:cNvCxnSpPr>
            <a:cxnSpLocks/>
          </p:cNvCxnSpPr>
          <p:nvPr/>
        </p:nvCxnSpPr>
        <p:spPr>
          <a:xfrm>
            <a:off x="7746896" y="3926892"/>
            <a:ext cx="16741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F01F12-1CE9-5212-8C07-166A928F1C36}"/>
              </a:ext>
            </a:extLst>
          </p:cNvPr>
          <p:cNvCxnSpPr>
            <a:cxnSpLocks/>
          </p:cNvCxnSpPr>
          <p:nvPr/>
        </p:nvCxnSpPr>
        <p:spPr>
          <a:xfrm flipV="1">
            <a:off x="9727946" y="4465373"/>
            <a:ext cx="895027" cy="9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60FF31-E95C-2A2B-2C55-0C6AA6C7C8D5}"/>
              </a:ext>
            </a:extLst>
          </p:cNvPr>
          <p:cNvCxnSpPr>
            <a:cxnSpLocks/>
          </p:cNvCxnSpPr>
          <p:nvPr/>
        </p:nvCxnSpPr>
        <p:spPr>
          <a:xfrm>
            <a:off x="9421070" y="3931296"/>
            <a:ext cx="32966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FBB4280-8413-F5A2-0945-98F49A5C61F8}"/>
              </a:ext>
            </a:extLst>
          </p:cNvPr>
          <p:cNvCxnSpPr>
            <a:cxnSpLocks/>
          </p:cNvCxnSpPr>
          <p:nvPr/>
        </p:nvCxnSpPr>
        <p:spPr>
          <a:xfrm>
            <a:off x="7523724" y="3927176"/>
            <a:ext cx="19738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FA6609-695B-3054-A9AF-0DE1A12CE772}"/>
              </a:ext>
            </a:extLst>
          </p:cNvPr>
          <p:cNvCxnSpPr>
            <a:cxnSpLocks/>
          </p:cNvCxnSpPr>
          <p:nvPr/>
        </p:nvCxnSpPr>
        <p:spPr>
          <a:xfrm>
            <a:off x="10787197" y="2291155"/>
            <a:ext cx="0" cy="325233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09437C-97B3-0992-5F0A-D40A17D021D7}"/>
              </a:ext>
            </a:extLst>
          </p:cNvPr>
          <p:cNvCxnSpPr>
            <a:cxnSpLocks/>
          </p:cNvCxnSpPr>
          <p:nvPr/>
        </p:nvCxnSpPr>
        <p:spPr>
          <a:xfrm>
            <a:off x="7460055" y="3775674"/>
            <a:ext cx="0" cy="3226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7AB5AAD-3E5E-B5E9-F60A-9882BDADABB0}"/>
              </a:ext>
            </a:extLst>
          </p:cNvPr>
          <p:cNvCxnSpPr>
            <a:cxnSpLocks/>
          </p:cNvCxnSpPr>
          <p:nvPr/>
        </p:nvCxnSpPr>
        <p:spPr>
          <a:xfrm>
            <a:off x="7340851" y="3537345"/>
            <a:ext cx="0" cy="7642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3DDE4E-32A9-6426-74CE-4F767E8E6872}"/>
              </a:ext>
            </a:extLst>
          </p:cNvPr>
          <p:cNvCxnSpPr>
            <a:cxnSpLocks/>
          </p:cNvCxnSpPr>
          <p:nvPr/>
        </p:nvCxnSpPr>
        <p:spPr>
          <a:xfrm flipH="1">
            <a:off x="7163257" y="2580190"/>
            <a:ext cx="20666" cy="266239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425A2E5-23A3-4562-F7D6-15E2D91166E2}"/>
              </a:ext>
            </a:extLst>
          </p:cNvPr>
          <p:cNvCxnSpPr>
            <a:cxnSpLocks/>
          </p:cNvCxnSpPr>
          <p:nvPr/>
        </p:nvCxnSpPr>
        <p:spPr>
          <a:xfrm>
            <a:off x="10457531" y="3429000"/>
            <a:ext cx="19780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2783583-6345-6C46-EDFC-D80447C70228}"/>
              </a:ext>
            </a:extLst>
          </p:cNvPr>
          <p:cNvCxnSpPr>
            <a:cxnSpLocks/>
          </p:cNvCxnSpPr>
          <p:nvPr/>
        </p:nvCxnSpPr>
        <p:spPr>
          <a:xfrm>
            <a:off x="10663927" y="3460382"/>
            <a:ext cx="0" cy="88528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0CECC50-E4E0-39FE-97B9-48F791C34E9F}"/>
              </a:ext>
            </a:extLst>
          </p:cNvPr>
          <p:cNvCxnSpPr>
            <a:cxnSpLocks/>
          </p:cNvCxnSpPr>
          <p:nvPr/>
        </p:nvCxnSpPr>
        <p:spPr>
          <a:xfrm>
            <a:off x="7530718" y="5702990"/>
            <a:ext cx="308621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508F120-70FD-16EC-E2CC-F4C22C5CFC7B}"/>
              </a:ext>
            </a:extLst>
          </p:cNvPr>
          <p:cNvCxnSpPr>
            <a:cxnSpLocks/>
          </p:cNvCxnSpPr>
          <p:nvPr/>
        </p:nvCxnSpPr>
        <p:spPr>
          <a:xfrm>
            <a:off x="7080244" y="2580190"/>
            <a:ext cx="3798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B1FA5DB-5561-ECD7-FE66-E7CA0E2BD518}"/>
              </a:ext>
            </a:extLst>
          </p:cNvPr>
          <p:cNvCxnSpPr>
            <a:cxnSpLocks/>
          </p:cNvCxnSpPr>
          <p:nvPr/>
        </p:nvCxnSpPr>
        <p:spPr>
          <a:xfrm>
            <a:off x="7080244" y="5259125"/>
            <a:ext cx="3798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C2FADF9-0B14-3404-0CB1-F4FB30ABB702}"/>
              </a:ext>
            </a:extLst>
          </p:cNvPr>
          <p:cNvCxnSpPr>
            <a:cxnSpLocks/>
          </p:cNvCxnSpPr>
          <p:nvPr/>
        </p:nvCxnSpPr>
        <p:spPr>
          <a:xfrm>
            <a:off x="7531703" y="5537580"/>
            <a:ext cx="0" cy="2914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CC2DC75-6D67-7F73-1585-D02F6FBD5E04}"/>
              </a:ext>
            </a:extLst>
          </p:cNvPr>
          <p:cNvCxnSpPr>
            <a:cxnSpLocks/>
          </p:cNvCxnSpPr>
          <p:nvPr/>
        </p:nvCxnSpPr>
        <p:spPr>
          <a:xfrm>
            <a:off x="10616935" y="5537579"/>
            <a:ext cx="0" cy="2914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3E2B9A7-F7C6-AD46-8C24-CA3475917C15}"/>
              </a:ext>
            </a:extLst>
          </p:cNvPr>
          <p:cNvCxnSpPr>
            <a:cxnSpLocks/>
          </p:cNvCxnSpPr>
          <p:nvPr/>
        </p:nvCxnSpPr>
        <p:spPr>
          <a:xfrm flipH="1">
            <a:off x="7331018" y="4335476"/>
            <a:ext cx="19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BE30897-B234-0C63-F824-55E20BA777FF}"/>
              </a:ext>
            </a:extLst>
          </p:cNvPr>
          <p:cNvCxnSpPr>
            <a:cxnSpLocks/>
          </p:cNvCxnSpPr>
          <p:nvPr/>
        </p:nvCxnSpPr>
        <p:spPr>
          <a:xfrm flipH="1">
            <a:off x="7314784" y="3537345"/>
            <a:ext cx="19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D78DFEA-E0E6-0DDE-C08B-97028DC176C4}"/>
              </a:ext>
            </a:extLst>
          </p:cNvPr>
          <p:cNvCxnSpPr>
            <a:cxnSpLocks/>
          </p:cNvCxnSpPr>
          <p:nvPr/>
        </p:nvCxnSpPr>
        <p:spPr>
          <a:xfrm flipH="1">
            <a:off x="7427223" y="3747198"/>
            <a:ext cx="1064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313097E-F2AE-4C3A-A9A9-63E0908FBC48}"/>
              </a:ext>
            </a:extLst>
          </p:cNvPr>
          <p:cNvCxnSpPr>
            <a:cxnSpLocks/>
          </p:cNvCxnSpPr>
          <p:nvPr/>
        </p:nvCxnSpPr>
        <p:spPr>
          <a:xfrm flipH="1">
            <a:off x="7417024" y="4132481"/>
            <a:ext cx="1064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A7B0A60-4EA3-3520-6D6E-700AAE806413}"/>
              </a:ext>
            </a:extLst>
          </p:cNvPr>
          <p:cNvCxnSpPr>
            <a:cxnSpLocks/>
          </p:cNvCxnSpPr>
          <p:nvPr/>
        </p:nvCxnSpPr>
        <p:spPr>
          <a:xfrm>
            <a:off x="9750736" y="3837124"/>
            <a:ext cx="0" cy="182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2C9D175-F387-5C99-36CA-68477881093D}"/>
              </a:ext>
            </a:extLst>
          </p:cNvPr>
          <p:cNvCxnSpPr>
            <a:cxnSpLocks/>
          </p:cNvCxnSpPr>
          <p:nvPr/>
        </p:nvCxnSpPr>
        <p:spPr>
          <a:xfrm>
            <a:off x="9437822" y="3843975"/>
            <a:ext cx="0" cy="182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C0B1917-8ED9-2FD6-DD03-B31F991D4134}"/>
              </a:ext>
            </a:extLst>
          </p:cNvPr>
          <p:cNvCxnSpPr>
            <a:cxnSpLocks/>
          </p:cNvCxnSpPr>
          <p:nvPr/>
        </p:nvCxnSpPr>
        <p:spPr>
          <a:xfrm flipH="1">
            <a:off x="10663927" y="2267597"/>
            <a:ext cx="19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658C339-1785-E6EF-6A8E-842205BCC97D}"/>
              </a:ext>
            </a:extLst>
          </p:cNvPr>
          <p:cNvCxnSpPr>
            <a:cxnSpLocks/>
          </p:cNvCxnSpPr>
          <p:nvPr/>
        </p:nvCxnSpPr>
        <p:spPr>
          <a:xfrm flipH="1">
            <a:off x="10675991" y="5537579"/>
            <a:ext cx="19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D94EE68D-0523-7C8E-D722-244D000C755E}"/>
              </a:ext>
            </a:extLst>
          </p:cNvPr>
          <p:cNvSpPr txBox="1"/>
          <p:nvPr/>
        </p:nvSpPr>
        <p:spPr>
          <a:xfrm>
            <a:off x="9287741" y="2695569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25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24350CA-221B-0E53-E337-D431D336702D}"/>
              </a:ext>
            </a:extLst>
          </p:cNvPr>
          <p:cNvCxnSpPr>
            <a:cxnSpLocks/>
          </p:cNvCxnSpPr>
          <p:nvPr/>
        </p:nvCxnSpPr>
        <p:spPr>
          <a:xfrm flipH="1">
            <a:off x="9538125" y="2706147"/>
            <a:ext cx="25351" cy="24329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B03DEEE-1B07-14B7-D012-A213A727CE7C}"/>
              </a:ext>
            </a:extLst>
          </p:cNvPr>
          <p:cNvSpPr txBox="1"/>
          <p:nvPr/>
        </p:nvSpPr>
        <p:spPr>
          <a:xfrm>
            <a:off x="6842241" y="266841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26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F5A0C76-92EE-721E-7B67-EB061C74AB65}"/>
              </a:ext>
            </a:extLst>
          </p:cNvPr>
          <p:cNvSpPr txBox="1"/>
          <p:nvPr/>
        </p:nvSpPr>
        <p:spPr>
          <a:xfrm>
            <a:off x="7330220" y="3520464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7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F05AC26-47FE-B6F7-1B09-C01155459E12}"/>
              </a:ext>
            </a:extLst>
          </p:cNvPr>
          <p:cNvSpPr txBox="1"/>
          <p:nvPr/>
        </p:nvSpPr>
        <p:spPr>
          <a:xfrm>
            <a:off x="7135318" y="3751297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8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265BB13-5566-80DD-8230-1EB79A369354}"/>
              </a:ext>
            </a:extLst>
          </p:cNvPr>
          <p:cNvSpPr txBox="1"/>
          <p:nvPr/>
        </p:nvSpPr>
        <p:spPr>
          <a:xfrm>
            <a:off x="8795388" y="569054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40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5C68B78-2DD8-FCCC-9442-72C3CC9B5EBB}"/>
              </a:ext>
            </a:extLst>
          </p:cNvPr>
          <p:cNvSpPr txBox="1"/>
          <p:nvPr/>
        </p:nvSpPr>
        <p:spPr>
          <a:xfrm>
            <a:off x="10744279" y="244849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35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A6FA354-A0AE-6F3D-1B75-F9D39A06371D}"/>
              </a:ext>
            </a:extLst>
          </p:cNvPr>
          <p:cNvSpPr txBox="1"/>
          <p:nvPr/>
        </p:nvSpPr>
        <p:spPr>
          <a:xfrm>
            <a:off x="10515504" y="426390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BB8AE4E-7A8C-8A19-E6FA-3EE071BD5D07}"/>
              </a:ext>
            </a:extLst>
          </p:cNvPr>
          <p:cNvSpPr txBox="1"/>
          <p:nvPr/>
        </p:nvSpPr>
        <p:spPr>
          <a:xfrm>
            <a:off x="10402027" y="3148446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B0764D0-3B37-4E2D-6745-1FF5D1580903}"/>
              </a:ext>
            </a:extLst>
          </p:cNvPr>
          <p:cNvSpPr txBox="1"/>
          <p:nvPr/>
        </p:nvSpPr>
        <p:spPr>
          <a:xfrm>
            <a:off x="9991714" y="4449036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543AFEC-3ACD-D6A0-F459-6DBF255758F9}"/>
              </a:ext>
            </a:extLst>
          </p:cNvPr>
          <p:cNvSpPr txBox="1"/>
          <p:nvPr/>
        </p:nvSpPr>
        <p:spPr>
          <a:xfrm>
            <a:off x="9501068" y="387450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4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CBE3F8D-E03D-9CAE-587C-AD325AD7730B}"/>
              </a:ext>
            </a:extLst>
          </p:cNvPr>
          <p:cNvSpPr txBox="1"/>
          <p:nvPr/>
        </p:nvSpPr>
        <p:spPr>
          <a:xfrm>
            <a:off x="8323170" y="369862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20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1541B30-F6EA-9F6E-CDCA-C72B6C0C0309}"/>
              </a:ext>
            </a:extLst>
          </p:cNvPr>
          <p:cNvCxnSpPr>
            <a:cxnSpLocks/>
          </p:cNvCxnSpPr>
          <p:nvPr/>
        </p:nvCxnSpPr>
        <p:spPr>
          <a:xfrm>
            <a:off x="7523429" y="2580190"/>
            <a:ext cx="223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605C7FF-6C56-6F8B-E8F1-D70AD909979C}"/>
              </a:ext>
            </a:extLst>
          </p:cNvPr>
          <p:cNvCxnSpPr>
            <a:cxnSpLocks/>
          </p:cNvCxnSpPr>
          <p:nvPr/>
        </p:nvCxnSpPr>
        <p:spPr>
          <a:xfrm>
            <a:off x="7525301" y="5241032"/>
            <a:ext cx="223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AC5505C-A5E4-BC8D-E480-21A39E865A24}"/>
              </a:ext>
            </a:extLst>
          </p:cNvPr>
          <p:cNvCxnSpPr>
            <a:cxnSpLocks/>
          </p:cNvCxnSpPr>
          <p:nvPr/>
        </p:nvCxnSpPr>
        <p:spPr>
          <a:xfrm flipV="1">
            <a:off x="9019668" y="3008084"/>
            <a:ext cx="301685" cy="89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3F19092-68D3-093D-E4D8-47ECC39D21C9}"/>
              </a:ext>
            </a:extLst>
          </p:cNvPr>
          <p:cNvSpPr txBox="1"/>
          <p:nvPr/>
        </p:nvSpPr>
        <p:spPr>
          <a:xfrm>
            <a:off x="8618130" y="2983285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R50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F0DA8E1-361E-9944-04C2-F4DF8412AE12}"/>
              </a:ext>
            </a:extLst>
          </p:cNvPr>
          <p:cNvSpPr txBox="1"/>
          <p:nvPr/>
        </p:nvSpPr>
        <p:spPr>
          <a:xfrm>
            <a:off x="7950786" y="3478782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R10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DF240CD9-7355-AFD0-705C-77DC815068AD}"/>
              </a:ext>
            </a:extLst>
          </p:cNvPr>
          <p:cNvCxnSpPr>
            <a:cxnSpLocks/>
          </p:cNvCxnSpPr>
          <p:nvPr/>
        </p:nvCxnSpPr>
        <p:spPr>
          <a:xfrm flipH="1">
            <a:off x="7736753" y="3687808"/>
            <a:ext cx="286979" cy="127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7BF9B3D-5F70-5CDA-5862-88AD3751DB4B}"/>
              </a:ext>
            </a:extLst>
          </p:cNvPr>
          <p:cNvCxnSpPr>
            <a:cxnSpLocks/>
          </p:cNvCxnSpPr>
          <p:nvPr/>
        </p:nvCxnSpPr>
        <p:spPr>
          <a:xfrm>
            <a:off x="7523429" y="4475103"/>
            <a:ext cx="21332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CCECD86-00B3-32AB-617B-74869FB40E6C}"/>
              </a:ext>
            </a:extLst>
          </p:cNvPr>
          <p:cNvSpPr txBox="1"/>
          <p:nvPr/>
        </p:nvSpPr>
        <p:spPr>
          <a:xfrm>
            <a:off x="7497740" y="447478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121D22C-6322-1B4D-A51E-40BD3A060415}"/>
              </a:ext>
            </a:extLst>
          </p:cNvPr>
          <p:cNvCxnSpPr>
            <a:cxnSpLocks/>
          </p:cNvCxnSpPr>
          <p:nvPr/>
        </p:nvCxnSpPr>
        <p:spPr>
          <a:xfrm>
            <a:off x="10616935" y="4373844"/>
            <a:ext cx="0" cy="116373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53BFA49F-5369-C23A-E944-C0CD198291DF}"/>
              </a:ext>
            </a:extLst>
          </p:cNvPr>
          <p:cNvSpPr txBox="1"/>
          <p:nvPr/>
        </p:nvSpPr>
        <p:spPr>
          <a:xfrm>
            <a:off x="10167441" y="484013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12.5</a:t>
            </a:r>
          </a:p>
        </p:txBody>
      </p:sp>
    </p:spTree>
    <p:extLst>
      <p:ext uri="{BB962C8B-B14F-4D97-AF65-F5344CB8AC3E}">
        <p14:creationId xmlns:p14="http://schemas.microsoft.com/office/powerpoint/2010/main" val="12964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6652-1AF4-4365-C153-CB6AA606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9E66-A994-B086-7640-6A352BE6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3A2E1-6B84-0DD2-680F-D3D10199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path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701C39-70D3-0409-F8DB-3462E7919CEF}"/>
              </a:ext>
            </a:extLst>
          </p:cNvPr>
          <p:cNvGrpSpPr/>
          <p:nvPr/>
        </p:nvGrpSpPr>
        <p:grpSpPr>
          <a:xfrm>
            <a:off x="3689285" y="1518672"/>
            <a:ext cx="3851660" cy="4472412"/>
            <a:chOff x="6783979" y="1691619"/>
            <a:chExt cx="3851660" cy="447241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D4E73C5-95F0-A1E2-6734-A479FECFD7B1}"/>
                </a:ext>
              </a:extLst>
            </p:cNvPr>
            <p:cNvSpPr/>
            <p:nvPr/>
          </p:nvSpPr>
          <p:spPr>
            <a:xfrm>
              <a:off x="9737075" y="2581121"/>
              <a:ext cx="860163" cy="26623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498BBD21-33D4-4993-EB58-5ABA72E72692}"/>
                </a:ext>
              </a:extLst>
            </p:cNvPr>
            <p:cNvSpPr/>
            <p:nvPr/>
          </p:nvSpPr>
          <p:spPr>
            <a:xfrm>
              <a:off x="7164225" y="1691619"/>
              <a:ext cx="2299580" cy="4472412"/>
            </a:xfrm>
            <a:prstGeom prst="arc">
              <a:avLst>
                <a:gd name="adj1" fmla="val 18448903"/>
                <a:gd name="adj2" fmla="val 3117954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793206A0-C9BD-1FC4-F8B8-4DEF0863C9B2}"/>
                </a:ext>
              </a:extLst>
            </p:cNvPr>
            <p:cNvSpPr/>
            <p:nvPr/>
          </p:nvSpPr>
          <p:spPr>
            <a:xfrm>
              <a:off x="6783979" y="3470625"/>
              <a:ext cx="914400" cy="914400"/>
            </a:xfrm>
            <a:prstGeom prst="arc">
              <a:avLst>
                <a:gd name="adj1" fmla="val 20066882"/>
                <a:gd name="adj2" fmla="val 1379101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E882F4D-9AC9-62A2-6EC1-2BE665D895ED}"/>
                </a:ext>
              </a:extLst>
            </p:cNvPr>
            <p:cNvSpPr/>
            <p:nvPr/>
          </p:nvSpPr>
          <p:spPr>
            <a:xfrm>
              <a:off x="7511020" y="2280224"/>
              <a:ext cx="3086217" cy="3008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0BA64AB-1932-512F-D090-36412A4FE3E9}"/>
                </a:ext>
              </a:extLst>
            </p:cNvPr>
            <p:cNvSpPr/>
            <p:nvPr/>
          </p:nvSpPr>
          <p:spPr>
            <a:xfrm>
              <a:off x="7499412" y="5243520"/>
              <a:ext cx="3097827" cy="3008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DF7A27B-E47A-B856-313C-6D6BDEC6A87F}"/>
                </a:ext>
              </a:extLst>
            </p:cNvPr>
            <p:cNvCxnSpPr>
              <a:cxnSpLocks/>
            </p:cNvCxnSpPr>
            <p:nvPr/>
          </p:nvCxnSpPr>
          <p:spPr>
            <a:xfrm>
              <a:off x="9239219" y="2657395"/>
              <a:ext cx="49794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26E4A6-52BF-2999-AB4B-A89CE96A8BC6}"/>
                </a:ext>
              </a:extLst>
            </p:cNvPr>
            <p:cNvCxnSpPr>
              <a:cxnSpLocks/>
            </p:cNvCxnSpPr>
            <p:nvPr/>
          </p:nvCxnSpPr>
          <p:spPr>
            <a:xfrm>
              <a:off x="9242236" y="5164331"/>
              <a:ext cx="49794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E27C4FE-9D03-AAC2-7837-95CD07D1D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8249" y="2657395"/>
              <a:ext cx="0" cy="254086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47237D5-A817-E9A3-F808-0D1AF5818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1770" y="3748129"/>
              <a:ext cx="0" cy="359391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3430ED4-46C4-1BFF-4B22-A00DCE4CD0D3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7551770" y="3730621"/>
              <a:ext cx="101892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0F91FF2-D582-92FE-21C5-647CAD351AC5}"/>
                </a:ext>
              </a:extLst>
            </p:cNvPr>
            <p:cNvCxnSpPr>
              <a:cxnSpLocks/>
              <a:endCxn id="36" idx="2"/>
            </p:cNvCxnSpPr>
            <p:nvPr/>
          </p:nvCxnSpPr>
          <p:spPr>
            <a:xfrm>
              <a:off x="7551770" y="4106357"/>
              <a:ext cx="110311" cy="0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AA4F57D-8213-EFAE-6C2B-8E4E3084E451}"/>
                </a:ext>
              </a:extLst>
            </p:cNvPr>
            <p:cNvSpPr/>
            <p:nvPr/>
          </p:nvSpPr>
          <p:spPr>
            <a:xfrm>
              <a:off x="7803758" y="3777375"/>
              <a:ext cx="2793479" cy="3008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9C4BF8D-7EC6-2DD5-33C8-07FC7FAA81EA}"/>
                </a:ext>
              </a:extLst>
            </p:cNvPr>
            <p:cNvCxnSpPr>
              <a:cxnSpLocks/>
            </p:cNvCxnSpPr>
            <p:nvPr/>
          </p:nvCxnSpPr>
          <p:spPr>
            <a:xfrm>
              <a:off x="9459278" y="3741365"/>
              <a:ext cx="277882" cy="6764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267DA79-C52A-D57F-7EA2-3AE5242A6D5C}"/>
                </a:ext>
              </a:extLst>
            </p:cNvPr>
            <p:cNvCxnSpPr>
              <a:cxnSpLocks/>
            </p:cNvCxnSpPr>
            <p:nvPr/>
          </p:nvCxnSpPr>
          <p:spPr>
            <a:xfrm>
              <a:off x="9459278" y="4111729"/>
              <a:ext cx="277882" cy="2553"/>
            </a:xfrm>
            <a:prstGeom prst="line">
              <a:avLst/>
            </a:prstGeom>
            <a:ln w="762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E4FC315-BD42-B49C-9F09-2809F31C202B}"/>
                </a:ext>
              </a:extLst>
            </p:cNvPr>
            <p:cNvSpPr/>
            <p:nvPr/>
          </p:nvSpPr>
          <p:spPr>
            <a:xfrm>
              <a:off x="10467472" y="3447279"/>
              <a:ext cx="129766" cy="930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15E866E-03A5-2CF9-721E-8EBED067D47B}"/>
                </a:ext>
              </a:extLst>
            </p:cNvPr>
            <p:cNvCxnSpPr>
              <a:cxnSpLocks/>
            </p:cNvCxnSpPr>
            <p:nvPr/>
          </p:nvCxnSpPr>
          <p:spPr>
            <a:xfrm>
              <a:off x="10498479" y="3877251"/>
              <a:ext cx="137160" cy="676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C00166D-86EA-E1A2-6598-9383C72D87BE}"/>
                </a:ext>
              </a:extLst>
            </p:cNvPr>
            <p:cNvCxnSpPr>
              <a:cxnSpLocks/>
            </p:cNvCxnSpPr>
            <p:nvPr/>
          </p:nvCxnSpPr>
          <p:spPr>
            <a:xfrm>
              <a:off x="10498479" y="3969001"/>
              <a:ext cx="137160" cy="6765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BD48CFC-0251-2467-30BF-A021332F1ABE}"/>
                </a:ext>
              </a:extLst>
            </p:cNvPr>
            <p:cNvCxnSpPr>
              <a:cxnSpLocks/>
            </p:cNvCxnSpPr>
            <p:nvPr/>
          </p:nvCxnSpPr>
          <p:spPr>
            <a:xfrm>
              <a:off x="10548271" y="3981193"/>
              <a:ext cx="3701" cy="365401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D162450-92F4-39E8-67D2-4DA7FF2CCF2B}"/>
                </a:ext>
              </a:extLst>
            </p:cNvPr>
            <p:cNvCxnSpPr>
              <a:cxnSpLocks/>
            </p:cNvCxnSpPr>
            <p:nvPr/>
          </p:nvCxnSpPr>
          <p:spPr>
            <a:xfrm>
              <a:off x="10554789" y="3487446"/>
              <a:ext cx="3701" cy="365401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CF5BD93-B331-4B8A-0674-7B814F801AC7}"/>
                </a:ext>
              </a:extLst>
            </p:cNvPr>
            <p:cNvGrpSpPr/>
            <p:nvPr/>
          </p:nvGrpSpPr>
          <p:grpSpPr>
            <a:xfrm>
              <a:off x="7498129" y="2581121"/>
              <a:ext cx="229070" cy="1160150"/>
              <a:chOff x="1943670" y="2580190"/>
              <a:chExt cx="229070" cy="116015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06AE294-3E35-82E6-71FD-B621C92E0CE0}"/>
                  </a:ext>
                </a:extLst>
              </p:cNvPr>
              <p:cNvSpPr/>
              <p:nvPr/>
            </p:nvSpPr>
            <p:spPr>
              <a:xfrm>
                <a:off x="1956561" y="2580190"/>
                <a:ext cx="216179" cy="100661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B10FB063-E5FC-19C5-A4B4-BDA325E08A5B}"/>
                  </a:ext>
                </a:extLst>
              </p:cNvPr>
              <p:cNvSpPr/>
              <p:nvPr/>
            </p:nvSpPr>
            <p:spPr>
              <a:xfrm>
                <a:off x="1943670" y="3537345"/>
                <a:ext cx="229070" cy="20299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799A702-2DD9-0291-73E7-5198015090DD}"/>
                </a:ext>
              </a:extLst>
            </p:cNvPr>
            <p:cNvGrpSpPr/>
            <p:nvPr/>
          </p:nvGrpSpPr>
          <p:grpSpPr>
            <a:xfrm flipV="1">
              <a:off x="7501967" y="4133410"/>
              <a:ext cx="225231" cy="1140544"/>
              <a:chOff x="1967455" y="2599798"/>
              <a:chExt cx="225231" cy="1140544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FE0211B-8212-BA40-ECAF-422D91995B93}"/>
                  </a:ext>
                </a:extLst>
              </p:cNvPr>
              <p:cNvSpPr/>
              <p:nvPr/>
            </p:nvSpPr>
            <p:spPr>
              <a:xfrm>
                <a:off x="1969220" y="2599798"/>
                <a:ext cx="223466" cy="98701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9AF76F6-39BC-EC7D-FA60-9956A48F3B0A}"/>
                  </a:ext>
                </a:extLst>
              </p:cNvPr>
              <p:cNvSpPr/>
              <p:nvPr/>
            </p:nvSpPr>
            <p:spPr>
              <a:xfrm>
                <a:off x="1967455" y="3511473"/>
                <a:ext cx="223467" cy="228869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96BAFF2-7FDA-0D3C-DEDC-567AF4B8C816}"/>
                </a:ext>
              </a:extLst>
            </p:cNvPr>
            <p:cNvSpPr/>
            <p:nvPr/>
          </p:nvSpPr>
          <p:spPr>
            <a:xfrm>
              <a:off x="9121524" y="2581121"/>
              <a:ext cx="117694" cy="12002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0904993-4706-FB8F-82E0-FBD8F1F70308}"/>
                </a:ext>
              </a:extLst>
            </p:cNvPr>
            <p:cNvSpPr/>
            <p:nvPr/>
          </p:nvSpPr>
          <p:spPr>
            <a:xfrm>
              <a:off x="9125181" y="5140028"/>
              <a:ext cx="117694" cy="12002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85B8A40-BBCA-414F-0A92-A9865E7ECA19}"/>
              </a:ext>
            </a:extLst>
          </p:cNvPr>
          <p:cNvCxnSpPr>
            <a:cxnSpLocks/>
          </p:cNvCxnSpPr>
          <p:nvPr/>
        </p:nvCxnSpPr>
        <p:spPr>
          <a:xfrm>
            <a:off x="4632504" y="3754876"/>
            <a:ext cx="16741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46607AA-5978-1F9D-7246-3A29E1A95EF9}"/>
              </a:ext>
            </a:extLst>
          </p:cNvPr>
          <p:cNvCxnSpPr>
            <a:cxnSpLocks/>
          </p:cNvCxnSpPr>
          <p:nvPr/>
        </p:nvCxnSpPr>
        <p:spPr>
          <a:xfrm flipV="1">
            <a:off x="6613554" y="4293357"/>
            <a:ext cx="895027" cy="97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240959D-21C8-8594-0BF3-E020C94D5116}"/>
              </a:ext>
            </a:extLst>
          </p:cNvPr>
          <p:cNvCxnSpPr>
            <a:cxnSpLocks/>
          </p:cNvCxnSpPr>
          <p:nvPr/>
        </p:nvCxnSpPr>
        <p:spPr>
          <a:xfrm>
            <a:off x="6306678" y="3759280"/>
            <a:ext cx="32966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7845905-DC68-D9B5-9FEF-656315E64A47}"/>
              </a:ext>
            </a:extLst>
          </p:cNvPr>
          <p:cNvCxnSpPr>
            <a:cxnSpLocks/>
          </p:cNvCxnSpPr>
          <p:nvPr/>
        </p:nvCxnSpPr>
        <p:spPr>
          <a:xfrm>
            <a:off x="4409332" y="3755160"/>
            <a:ext cx="19738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0F46D91-3A84-9AF7-BF9A-3A59F4C4DABF}"/>
              </a:ext>
            </a:extLst>
          </p:cNvPr>
          <p:cNvCxnSpPr>
            <a:cxnSpLocks/>
          </p:cNvCxnSpPr>
          <p:nvPr/>
        </p:nvCxnSpPr>
        <p:spPr>
          <a:xfrm>
            <a:off x="7672805" y="2119139"/>
            <a:ext cx="0" cy="325233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E3CE5D3-7A50-D5A8-9C48-5CC346D09A57}"/>
              </a:ext>
            </a:extLst>
          </p:cNvPr>
          <p:cNvCxnSpPr>
            <a:cxnSpLocks/>
          </p:cNvCxnSpPr>
          <p:nvPr/>
        </p:nvCxnSpPr>
        <p:spPr>
          <a:xfrm>
            <a:off x="4345663" y="3603658"/>
            <a:ext cx="0" cy="3226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9201CD3-FE2F-541F-2C3B-2DFA7D5164C7}"/>
              </a:ext>
            </a:extLst>
          </p:cNvPr>
          <p:cNvCxnSpPr>
            <a:cxnSpLocks/>
          </p:cNvCxnSpPr>
          <p:nvPr/>
        </p:nvCxnSpPr>
        <p:spPr>
          <a:xfrm>
            <a:off x="4226459" y="3365329"/>
            <a:ext cx="0" cy="7642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AB14DB3-A0B9-A715-94EE-647B12EF5770}"/>
              </a:ext>
            </a:extLst>
          </p:cNvPr>
          <p:cNvCxnSpPr>
            <a:cxnSpLocks/>
          </p:cNvCxnSpPr>
          <p:nvPr/>
        </p:nvCxnSpPr>
        <p:spPr>
          <a:xfrm flipH="1">
            <a:off x="4048865" y="2408174"/>
            <a:ext cx="20666" cy="266239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99EC7E1-6AD8-88E5-7DEF-692B27C3D81A}"/>
              </a:ext>
            </a:extLst>
          </p:cNvPr>
          <p:cNvCxnSpPr>
            <a:cxnSpLocks/>
          </p:cNvCxnSpPr>
          <p:nvPr/>
        </p:nvCxnSpPr>
        <p:spPr>
          <a:xfrm>
            <a:off x="7343139" y="3256984"/>
            <a:ext cx="19780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C31DA38-C1C6-AF8B-DC9B-2CCA509B74B6}"/>
              </a:ext>
            </a:extLst>
          </p:cNvPr>
          <p:cNvCxnSpPr>
            <a:cxnSpLocks/>
          </p:cNvCxnSpPr>
          <p:nvPr/>
        </p:nvCxnSpPr>
        <p:spPr>
          <a:xfrm>
            <a:off x="7549535" y="3288366"/>
            <a:ext cx="0" cy="88528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6363C85-5568-64D2-DF33-A04BFA13B512}"/>
              </a:ext>
            </a:extLst>
          </p:cNvPr>
          <p:cNvCxnSpPr>
            <a:cxnSpLocks/>
          </p:cNvCxnSpPr>
          <p:nvPr/>
        </p:nvCxnSpPr>
        <p:spPr>
          <a:xfrm>
            <a:off x="4416326" y="5530974"/>
            <a:ext cx="308621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83A84FD-3C1F-C7CE-6A8A-72E40326438A}"/>
              </a:ext>
            </a:extLst>
          </p:cNvPr>
          <p:cNvCxnSpPr>
            <a:cxnSpLocks/>
          </p:cNvCxnSpPr>
          <p:nvPr/>
        </p:nvCxnSpPr>
        <p:spPr>
          <a:xfrm>
            <a:off x="3965852" y="2408174"/>
            <a:ext cx="3798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1C63A8C-1AD8-4BAA-78F8-5A7DEF1A7FD8}"/>
              </a:ext>
            </a:extLst>
          </p:cNvPr>
          <p:cNvCxnSpPr>
            <a:cxnSpLocks/>
          </p:cNvCxnSpPr>
          <p:nvPr/>
        </p:nvCxnSpPr>
        <p:spPr>
          <a:xfrm>
            <a:off x="3965852" y="5087109"/>
            <a:ext cx="3798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30EF6B9-05A1-DA4D-BE12-DCA3AAD1271A}"/>
              </a:ext>
            </a:extLst>
          </p:cNvPr>
          <p:cNvCxnSpPr>
            <a:cxnSpLocks/>
          </p:cNvCxnSpPr>
          <p:nvPr/>
        </p:nvCxnSpPr>
        <p:spPr>
          <a:xfrm>
            <a:off x="4417311" y="5365564"/>
            <a:ext cx="0" cy="2914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2AC38E9-AB72-69C9-4DDE-DD85EC54DD2E}"/>
              </a:ext>
            </a:extLst>
          </p:cNvPr>
          <p:cNvCxnSpPr>
            <a:cxnSpLocks/>
          </p:cNvCxnSpPr>
          <p:nvPr/>
        </p:nvCxnSpPr>
        <p:spPr>
          <a:xfrm>
            <a:off x="7502543" y="5365563"/>
            <a:ext cx="0" cy="2914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41A7E65-F74A-E0D0-9095-A853EF8343DA}"/>
              </a:ext>
            </a:extLst>
          </p:cNvPr>
          <p:cNvCxnSpPr>
            <a:cxnSpLocks/>
          </p:cNvCxnSpPr>
          <p:nvPr/>
        </p:nvCxnSpPr>
        <p:spPr>
          <a:xfrm flipH="1">
            <a:off x="4216626" y="4163460"/>
            <a:ext cx="19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ACC5717-FEE4-B711-276B-FDA353A1CBF1}"/>
              </a:ext>
            </a:extLst>
          </p:cNvPr>
          <p:cNvCxnSpPr>
            <a:cxnSpLocks/>
          </p:cNvCxnSpPr>
          <p:nvPr/>
        </p:nvCxnSpPr>
        <p:spPr>
          <a:xfrm flipH="1">
            <a:off x="4200392" y="3365329"/>
            <a:ext cx="19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39036C9-73B3-E199-A60A-4C750D53A8C5}"/>
              </a:ext>
            </a:extLst>
          </p:cNvPr>
          <p:cNvCxnSpPr>
            <a:cxnSpLocks/>
          </p:cNvCxnSpPr>
          <p:nvPr/>
        </p:nvCxnSpPr>
        <p:spPr>
          <a:xfrm flipH="1">
            <a:off x="4312831" y="3575182"/>
            <a:ext cx="1064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7214750-1D74-94E0-30B8-8D6DBD6ECF5A}"/>
              </a:ext>
            </a:extLst>
          </p:cNvPr>
          <p:cNvCxnSpPr>
            <a:cxnSpLocks/>
          </p:cNvCxnSpPr>
          <p:nvPr/>
        </p:nvCxnSpPr>
        <p:spPr>
          <a:xfrm flipH="1">
            <a:off x="4302632" y="3960465"/>
            <a:ext cx="1064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AEDD5DE-BF93-6ACE-6171-4461AA9EF16A}"/>
              </a:ext>
            </a:extLst>
          </p:cNvPr>
          <p:cNvCxnSpPr>
            <a:cxnSpLocks/>
          </p:cNvCxnSpPr>
          <p:nvPr/>
        </p:nvCxnSpPr>
        <p:spPr>
          <a:xfrm>
            <a:off x="6636344" y="3665108"/>
            <a:ext cx="0" cy="182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081A9F9-5EF9-6CA7-233C-D3BFDD833481}"/>
              </a:ext>
            </a:extLst>
          </p:cNvPr>
          <p:cNvCxnSpPr>
            <a:cxnSpLocks/>
          </p:cNvCxnSpPr>
          <p:nvPr/>
        </p:nvCxnSpPr>
        <p:spPr>
          <a:xfrm>
            <a:off x="6323430" y="3671959"/>
            <a:ext cx="0" cy="1821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50351D-2DFB-0A0B-2620-C1BC0E84CB63}"/>
              </a:ext>
            </a:extLst>
          </p:cNvPr>
          <p:cNvCxnSpPr>
            <a:cxnSpLocks/>
          </p:cNvCxnSpPr>
          <p:nvPr/>
        </p:nvCxnSpPr>
        <p:spPr>
          <a:xfrm flipH="1">
            <a:off x="7549535" y="2095581"/>
            <a:ext cx="19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D579C6D-7D7F-7ECD-A88A-C7BF18DD2E8F}"/>
              </a:ext>
            </a:extLst>
          </p:cNvPr>
          <p:cNvCxnSpPr>
            <a:cxnSpLocks/>
          </p:cNvCxnSpPr>
          <p:nvPr/>
        </p:nvCxnSpPr>
        <p:spPr>
          <a:xfrm flipH="1">
            <a:off x="7561599" y="5365563"/>
            <a:ext cx="1924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2BD81327-B8D9-1F44-767A-BD3EDF11367F}"/>
              </a:ext>
            </a:extLst>
          </p:cNvPr>
          <p:cNvSpPr txBox="1"/>
          <p:nvPr/>
        </p:nvSpPr>
        <p:spPr>
          <a:xfrm>
            <a:off x="6173349" y="252355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25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BF0E0DE-F4FB-55BF-E031-9885A35BD946}"/>
              </a:ext>
            </a:extLst>
          </p:cNvPr>
          <p:cNvCxnSpPr>
            <a:cxnSpLocks/>
          </p:cNvCxnSpPr>
          <p:nvPr/>
        </p:nvCxnSpPr>
        <p:spPr>
          <a:xfrm flipH="1">
            <a:off x="6423733" y="2534131"/>
            <a:ext cx="25351" cy="24329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29A8528-F449-E7E3-E8E7-A466B5919F5A}"/>
              </a:ext>
            </a:extLst>
          </p:cNvPr>
          <p:cNvSpPr txBox="1"/>
          <p:nvPr/>
        </p:nvSpPr>
        <p:spPr>
          <a:xfrm>
            <a:off x="3727849" y="2496397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FBF74B2-026C-AF59-4177-F6D145C38235}"/>
              </a:ext>
            </a:extLst>
          </p:cNvPr>
          <p:cNvSpPr txBox="1"/>
          <p:nvPr/>
        </p:nvSpPr>
        <p:spPr>
          <a:xfrm>
            <a:off x="4215828" y="3348448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7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AB45909-91E2-2031-BBFD-D725E32E581F}"/>
              </a:ext>
            </a:extLst>
          </p:cNvPr>
          <p:cNvSpPr txBox="1"/>
          <p:nvPr/>
        </p:nvSpPr>
        <p:spPr>
          <a:xfrm>
            <a:off x="4020926" y="3579281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259C00E-8EEB-E7EF-E6CF-2302B715DA32}"/>
              </a:ext>
            </a:extLst>
          </p:cNvPr>
          <p:cNvSpPr txBox="1"/>
          <p:nvPr/>
        </p:nvSpPr>
        <p:spPr>
          <a:xfrm>
            <a:off x="5680996" y="5518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40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8E7C8E4-E158-A47D-1D2F-B14845597D75}"/>
              </a:ext>
            </a:extLst>
          </p:cNvPr>
          <p:cNvSpPr txBox="1"/>
          <p:nvPr/>
        </p:nvSpPr>
        <p:spPr>
          <a:xfrm>
            <a:off x="7629887" y="227647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35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7E88561-3893-69CF-3D8E-F90199832800}"/>
              </a:ext>
            </a:extLst>
          </p:cNvPr>
          <p:cNvSpPr txBox="1"/>
          <p:nvPr/>
        </p:nvSpPr>
        <p:spPr>
          <a:xfrm>
            <a:off x="7401112" y="409188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D95230-C831-BA4B-049A-3CC3E4D8C88D}"/>
              </a:ext>
            </a:extLst>
          </p:cNvPr>
          <p:cNvSpPr txBox="1"/>
          <p:nvPr/>
        </p:nvSpPr>
        <p:spPr>
          <a:xfrm>
            <a:off x="7287635" y="2976430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EE1796B-6F44-8FAC-ED20-92AA727DBC47}"/>
              </a:ext>
            </a:extLst>
          </p:cNvPr>
          <p:cNvSpPr txBox="1"/>
          <p:nvPr/>
        </p:nvSpPr>
        <p:spPr>
          <a:xfrm>
            <a:off x="6877322" y="4277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45524D6-1330-5BE7-935F-7E5BAFA107F8}"/>
              </a:ext>
            </a:extLst>
          </p:cNvPr>
          <p:cNvSpPr txBox="1"/>
          <p:nvPr/>
        </p:nvSpPr>
        <p:spPr>
          <a:xfrm>
            <a:off x="6386676" y="3702489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BF0BBEB-535F-CD52-EE56-7C0F79F353D5}"/>
              </a:ext>
            </a:extLst>
          </p:cNvPr>
          <p:cNvSpPr txBox="1"/>
          <p:nvPr/>
        </p:nvSpPr>
        <p:spPr>
          <a:xfrm>
            <a:off x="5208778" y="352660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20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40CA6B4-A309-D9D6-4A31-9D535E586393}"/>
              </a:ext>
            </a:extLst>
          </p:cNvPr>
          <p:cNvCxnSpPr>
            <a:cxnSpLocks/>
          </p:cNvCxnSpPr>
          <p:nvPr/>
        </p:nvCxnSpPr>
        <p:spPr>
          <a:xfrm>
            <a:off x="4409037" y="2408174"/>
            <a:ext cx="223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E569E3D-AC52-A014-0B0B-46A16C365D1C}"/>
              </a:ext>
            </a:extLst>
          </p:cNvPr>
          <p:cNvCxnSpPr>
            <a:cxnSpLocks/>
          </p:cNvCxnSpPr>
          <p:nvPr/>
        </p:nvCxnSpPr>
        <p:spPr>
          <a:xfrm>
            <a:off x="4410909" y="5069016"/>
            <a:ext cx="223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281CFE3-A7EC-4C2B-F3C2-4777C25331B4}"/>
              </a:ext>
            </a:extLst>
          </p:cNvPr>
          <p:cNvCxnSpPr>
            <a:cxnSpLocks/>
          </p:cNvCxnSpPr>
          <p:nvPr/>
        </p:nvCxnSpPr>
        <p:spPr>
          <a:xfrm flipV="1">
            <a:off x="5905276" y="2836068"/>
            <a:ext cx="301685" cy="89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0288258-FD4A-030F-E7C1-49658A1E3E31}"/>
              </a:ext>
            </a:extLst>
          </p:cNvPr>
          <p:cNvSpPr txBox="1"/>
          <p:nvPr/>
        </p:nvSpPr>
        <p:spPr>
          <a:xfrm>
            <a:off x="5503738" y="2811269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R50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0D56D13-B88E-72C5-1129-26EFCE8851FB}"/>
              </a:ext>
            </a:extLst>
          </p:cNvPr>
          <p:cNvSpPr txBox="1"/>
          <p:nvPr/>
        </p:nvSpPr>
        <p:spPr>
          <a:xfrm>
            <a:off x="4836394" y="3306766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R10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8402BA4-CD22-BE8F-A8ED-3BDA4857578C}"/>
              </a:ext>
            </a:extLst>
          </p:cNvPr>
          <p:cNvCxnSpPr>
            <a:cxnSpLocks/>
          </p:cNvCxnSpPr>
          <p:nvPr/>
        </p:nvCxnSpPr>
        <p:spPr>
          <a:xfrm flipH="1">
            <a:off x="4622361" y="3515792"/>
            <a:ext cx="286979" cy="127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41818B96-E561-281F-1D13-8449A1040F58}"/>
              </a:ext>
            </a:extLst>
          </p:cNvPr>
          <p:cNvCxnSpPr>
            <a:cxnSpLocks/>
          </p:cNvCxnSpPr>
          <p:nvPr/>
        </p:nvCxnSpPr>
        <p:spPr>
          <a:xfrm>
            <a:off x="4409037" y="4303087"/>
            <a:ext cx="21332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5115237-4B12-9C25-501A-17AB497EF704}"/>
              </a:ext>
            </a:extLst>
          </p:cNvPr>
          <p:cNvSpPr txBox="1"/>
          <p:nvPr/>
        </p:nvSpPr>
        <p:spPr>
          <a:xfrm>
            <a:off x="4383348" y="4302772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2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4C379D0-B83D-16DB-8773-D9A46A79038C}"/>
              </a:ext>
            </a:extLst>
          </p:cNvPr>
          <p:cNvGrpSpPr/>
          <p:nvPr/>
        </p:nvGrpSpPr>
        <p:grpSpPr>
          <a:xfrm>
            <a:off x="8618849" y="2267780"/>
            <a:ext cx="854034" cy="734232"/>
            <a:chOff x="664768" y="1748882"/>
            <a:chExt cx="854034" cy="734232"/>
          </a:xfrm>
        </p:grpSpPr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AF817830-8A80-87A8-03D8-8DC71C6B3C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627" y="1919889"/>
              <a:ext cx="0" cy="3378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64BD5E14-152C-3EC8-4C4B-6122572417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57" y="2255774"/>
              <a:ext cx="314795" cy="19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DDAC4579-EF29-408B-7523-BE15C1A98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817" y="2264309"/>
              <a:ext cx="157397" cy="1384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A6C2E34-2BD0-75A2-93D4-2AB0E96099A8}"/>
                </a:ext>
              </a:extLst>
            </p:cNvPr>
            <p:cNvSpPr txBox="1"/>
            <p:nvPr/>
          </p:nvSpPr>
          <p:spPr>
            <a:xfrm>
              <a:off x="664768" y="2206115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x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D68EC8D-7DB1-268F-4564-ED598A2D0F4D}"/>
                </a:ext>
              </a:extLst>
            </p:cNvPr>
            <p:cNvSpPr txBox="1"/>
            <p:nvPr/>
          </p:nvSpPr>
          <p:spPr>
            <a:xfrm>
              <a:off x="795573" y="1748882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y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8CEA71-E56C-BA7F-01B5-4F6B48EFB284}"/>
                </a:ext>
              </a:extLst>
            </p:cNvPr>
            <p:cNvSpPr txBox="1"/>
            <p:nvPr/>
          </p:nvSpPr>
          <p:spPr>
            <a:xfrm>
              <a:off x="1257192" y="2053741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z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029466E-16A3-6B16-A7A9-12B2F0EE862B}"/>
              </a:ext>
            </a:extLst>
          </p:cNvPr>
          <p:cNvGrpSpPr/>
          <p:nvPr/>
        </p:nvGrpSpPr>
        <p:grpSpPr>
          <a:xfrm>
            <a:off x="7111745" y="3241891"/>
            <a:ext cx="1184560" cy="734232"/>
            <a:chOff x="1115253" y="2544366"/>
            <a:chExt cx="1184560" cy="734232"/>
          </a:xfrm>
        </p:grpSpPr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9405F20F-1074-6F08-9A6B-840498B294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112" y="2715373"/>
              <a:ext cx="0" cy="3378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2093C913-5D63-550B-B980-098D0CDA98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2" y="3051258"/>
              <a:ext cx="314795" cy="19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56C588B2-4041-B48B-CFF4-487671A01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6302" y="3059793"/>
              <a:ext cx="157397" cy="1384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F6705DD-E92E-D4F4-BC71-E61C9191C66A}"/>
                </a:ext>
              </a:extLst>
            </p:cNvPr>
            <p:cNvSpPr txBox="1"/>
            <p:nvPr/>
          </p:nvSpPr>
          <p:spPr>
            <a:xfrm>
              <a:off x="1115253" y="3001599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ACE1875-B297-1A8F-03FE-E63A35EC1A38}"/>
                </a:ext>
              </a:extLst>
            </p:cNvPr>
            <p:cNvSpPr txBox="1"/>
            <p:nvPr/>
          </p:nvSpPr>
          <p:spPr>
            <a:xfrm>
              <a:off x="1246058" y="2544366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y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587C3AC-4BD0-D2BE-7AA5-5F257BA26C41}"/>
                </a:ext>
              </a:extLst>
            </p:cNvPr>
            <p:cNvSpPr txBox="1"/>
            <p:nvPr/>
          </p:nvSpPr>
          <p:spPr>
            <a:xfrm>
              <a:off x="1707677" y="2849225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z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722BA63-F629-BA36-A7C8-5CA461A1ED19}"/>
                </a:ext>
              </a:extLst>
            </p:cNvPr>
            <p:cNvSpPr txBox="1"/>
            <p:nvPr/>
          </p:nvSpPr>
          <p:spPr>
            <a:xfrm>
              <a:off x="1472342" y="2709675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CS0, CS3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62192EE-236E-DAC1-94D6-23F7A1D7BE90}"/>
              </a:ext>
            </a:extLst>
          </p:cNvPr>
          <p:cNvGrpSpPr/>
          <p:nvPr/>
        </p:nvGrpSpPr>
        <p:grpSpPr>
          <a:xfrm>
            <a:off x="5897564" y="3242174"/>
            <a:ext cx="897124" cy="734232"/>
            <a:chOff x="1072163" y="2544366"/>
            <a:chExt cx="897124" cy="734232"/>
          </a:xfrm>
        </p:grpSpPr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CC21E52D-9F14-8D2D-C070-6DE584803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112" y="2715373"/>
              <a:ext cx="0" cy="3378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7C47DE63-2351-EA92-D26F-693255CDF0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2" y="3051258"/>
              <a:ext cx="314795" cy="19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68AA9A73-6752-F9BA-0BDB-BCBDA35705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6302" y="3059793"/>
              <a:ext cx="157397" cy="1384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A22B757-88D3-AE49-3D52-C2D1B1B5E3B9}"/>
                </a:ext>
              </a:extLst>
            </p:cNvPr>
            <p:cNvSpPr txBox="1"/>
            <p:nvPr/>
          </p:nvSpPr>
          <p:spPr>
            <a:xfrm>
              <a:off x="1115253" y="3001599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CC0FCB6-BD21-4B84-A89E-29753E564CD2}"/>
                </a:ext>
              </a:extLst>
            </p:cNvPr>
            <p:cNvSpPr txBox="1"/>
            <p:nvPr/>
          </p:nvSpPr>
          <p:spPr>
            <a:xfrm>
              <a:off x="1246058" y="2544366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y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A4339DA-AE65-0F13-7F1C-20232C3535AB}"/>
                </a:ext>
              </a:extLst>
            </p:cNvPr>
            <p:cNvSpPr txBox="1"/>
            <p:nvPr/>
          </p:nvSpPr>
          <p:spPr>
            <a:xfrm>
              <a:off x="1707677" y="2849225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z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CCB76EA-76DD-B2E3-9A36-1388E1A30E8B}"/>
                </a:ext>
              </a:extLst>
            </p:cNvPr>
            <p:cNvSpPr txBox="1"/>
            <p:nvPr/>
          </p:nvSpPr>
          <p:spPr>
            <a:xfrm>
              <a:off x="1072163" y="2800785"/>
              <a:ext cx="4667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CS1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22BF8E0-C5CF-3B81-C752-2DE8D4BCF99C}"/>
              </a:ext>
            </a:extLst>
          </p:cNvPr>
          <p:cNvGrpSpPr/>
          <p:nvPr/>
        </p:nvGrpSpPr>
        <p:grpSpPr>
          <a:xfrm>
            <a:off x="4282131" y="3258075"/>
            <a:ext cx="854034" cy="749930"/>
            <a:chOff x="1115253" y="2544366"/>
            <a:chExt cx="854034" cy="749930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FA9C128-5852-8896-9EE8-0C3A4B649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7112" y="2715373"/>
              <a:ext cx="0" cy="3378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9C27113C-FEE2-ED90-7019-D6E530DAE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2342" y="3051258"/>
              <a:ext cx="314795" cy="19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880102B2-2E52-32D3-867D-8DF904A59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6302" y="3059793"/>
              <a:ext cx="157397" cy="1384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2B1628B-B40D-0F21-883B-F729F1EB2E9D}"/>
                </a:ext>
              </a:extLst>
            </p:cNvPr>
            <p:cNvSpPr txBox="1"/>
            <p:nvPr/>
          </p:nvSpPr>
          <p:spPr>
            <a:xfrm>
              <a:off x="1115253" y="3001599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4EF0BB8-E443-80D5-4841-48119D2590E7}"/>
                </a:ext>
              </a:extLst>
            </p:cNvPr>
            <p:cNvSpPr txBox="1"/>
            <p:nvPr/>
          </p:nvSpPr>
          <p:spPr>
            <a:xfrm>
              <a:off x="1246058" y="2544366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y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DA7263A-D42E-606A-4200-AFCBDAA4BF11}"/>
                </a:ext>
              </a:extLst>
            </p:cNvPr>
            <p:cNvSpPr txBox="1"/>
            <p:nvPr/>
          </p:nvSpPr>
          <p:spPr>
            <a:xfrm>
              <a:off x="1707677" y="2849225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z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1BB0CE9-0C40-455D-05F3-6A216AEA7E5E}"/>
                </a:ext>
              </a:extLst>
            </p:cNvPr>
            <p:cNvSpPr txBox="1"/>
            <p:nvPr/>
          </p:nvSpPr>
          <p:spPr>
            <a:xfrm>
              <a:off x="1434432" y="3017297"/>
              <a:ext cx="4667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</a:rPr>
                <a:t>CS2</a:t>
              </a:r>
            </a:p>
          </p:txBody>
        </p:sp>
      </p:grp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FCEBA953-A474-E7D0-7F28-357141D8B099}"/>
              </a:ext>
            </a:extLst>
          </p:cNvPr>
          <p:cNvCxnSpPr>
            <a:cxnSpLocks/>
          </p:cNvCxnSpPr>
          <p:nvPr/>
        </p:nvCxnSpPr>
        <p:spPr>
          <a:xfrm flipH="1">
            <a:off x="7474715" y="3778427"/>
            <a:ext cx="12447" cy="156458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81FFF22-DF24-46A2-BBA8-FB6B75ACB1AB}"/>
              </a:ext>
            </a:extLst>
          </p:cNvPr>
          <p:cNvCxnSpPr>
            <a:cxnSpLocks/>
          </p:cNvCxnSpPr>
          <p:nvPr/>
        </p:nvCxnSpPr>
        <p:spPr>
          <a:xfrm flipH="1" flipV="1">
            <a:off x="4392803" y="5345839"/>
            <a:ext cx="3094359" cy="1253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21966C77-E27A-14E4-4835-3BE98F3A51B5}"/>
              </a:ext>
            </a:extLst>
          </p:cNvPr>
          <p:cNvCxnSpPr>
            <a:cxnSpLocks/>
          </p:cNvCxnSpPr>
          <p:nvPr/>
        </p:nvCxnSpPr>
        <p:spPr>
          <a:xfrm flipV="1">
            <a:off x="4396240" y="4173647"/>
            <a:ext cx="4319" cy="119191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7410CC2-BB31-A1C8-3F5C-9F0EAD6A5919}"/>
              </a:ext>
            </a:extLst>
          </p:cNvPr>
          <p:cNvCxnSpPr>
            <a:cxnSpLocks/>
          </p:cNvCxnSpPr>
          <p:nvPr/>
        </p:nvCxnSpPr>
        <p:spPr>
          <a:xfrm flipV="1">
            <a:off x="4403718" y="3962400"/>
            <a:ext cx="1595" cy="2239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BDA330E-64F3-B750-CC1F-2AA227259FF8}"/>
              </a:ext>
            </a:extLst>
          </p:cNvPr>
          <p:cNvCxnSpPr>
            <a:cxnSpLocks/>
          </p:cNvCxnSpPr>
          <p:nvPr/>
        </p:nvCxnSpPr>
        <p:spPr>
          <a:xfrm flipV="1">
            <a:off x="4413192" y="3747441"/>
            <a:ext cx="1595" cy="2239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AB90FD7-D35D-A5FC-FDDA-2BC2145D25BD}"/>
              </a:ext>
            </a:extLst>
          </p:cNvPr>
          <p:cNvCxnSpPr>
            <a:cxnSpLocks/>
          </p:cNvCxnSpPr>
          <p:nvPr/>
        </p:nvCxnSpPr>
        <p:spPr>
          <a:xfrm flipV="1">
            <a:off x="4421184" y="3740987"/>
            <a:ext cx="220245" cy="259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AD86643-F8D9-C15D-D335-823616046A41}"/>
              </a:ext>
            </a:extLst>
          </p:cNvPr>
          <p:cNvCxnSpPr>
            <a:cxnSpLocks/>
          </p:cNvCxnSpPr>
          <p:nvPr/>
        </p:nvCxnSpPr>
        <p:spPr>
          <a:xfrm flipH="1" flipV="1">
            <a:off x="6653096" y="5069016"/>
            <a:ext cx="821619" cy="25107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7D68BE5-3F66-AED5-324D-42EC1B2EC302}"/>
              </a:ext>
            </a:extLst>
          </p:cNvPr>
          <p:cNvCxnSpPr>
            <a:cxnSpLocks/>
          </p:cNvCxnSpPr>
          <p:nvPr/>
        </p:nvCxnSpPr>
        <p:spPr>
          <a:xfrm flipV="1">
            <a:off x="6636291" y="3759200"/>
            <a:ext cx="5809" cy="132790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0993754F-E298-6AD8-4241-D6828F698400}"/>
              </a:ext>
            </a:extLst>
          </p:cNvPr>
          <p:cNvCxnSpPr>
            <a:cxnSpLocks/>
          </p:cNvCxnSpPr>
          <p:nvPr/>
        </p:nvCxnSpPr>
        <p:spPr>
          <a:xfrm flipH="1">
            <a:off x="6324303" y="3782842"/>
            <a:ext cx="302719" cy="135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CFF108A6-794A-67C2-76ED-407B41F08735}"/>
              </a:ext>
            </a:extLst>
          </p:cNvPr>
          <p:cNvCxnSpPr>
            <a:cxnSpLocks/>
          </p:cNvCxnSpPr>
          <p:nvPr/>
        </p:nvCxnSpPr>
        <p:spPr>
          <a:xfrm flipV="1">
            <a:off x="7395527" y="4219438"/>
            <a:ext cx="0" cy="110064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F8196836-2F45-DEF2-9375-59C1B872EF59}"/>
              </a:ext>
            </a:extLst>
          </p:cNvPr>
          <p:cNvCxnSpPr>
            <a:cxnSpLocks/>
          </p:cNvCxnSpPr>
          <p:nvPr/>
        </p:nvCxnSpPr>
        <p:spPr>
          <a:xfrm flipV="1">
            <a:off x="7395527" y="3740150"/>
            <a:ext cx="2223" cy="46115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3FA2EFB3-6358-BC6C-4BDC-D937CBB43F0A}"/>
              </a:ext>
            </a:extLst>
          </p:cNvPr>
          <p:cNvSpPr txBox="1"/>
          <p:nvPr/>
        </p:nvSpPr>
        <p:spPr>
          <a:xfrm>
            <a:off x="8472258" y="3209948"/>
            <a:ext cx="1360565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PATH CS0 </a:t>
            </a:r>
            <a:r>
              <a:rPr lang="en-US" sz="1200" b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US" sz="1200" b="1" dirty="0">
                <a:solidFill>
                  <a:srgbClr val="7030A0"/>
                </a:solidFill>
              </a:rPr>
              <a:t>CS3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2663870-B652-1C91-42DC-717660FC40E4}"/>
              </a:ext>
            </a:extLst>
          </p:cNvPr>
          <p:cNvSpPr txBox="1"/>
          <p:nvPr/>
        </p:nvSpPr>
        <p:spPr>
          <a:xfrm>
            <a:off x="8472256" y="3583143"/>
            <a:ext cx="1360565" cy="276999"/>
          </a:xfrm>
          <a:prstGeom prst="rect">
            <a:avLst/>
          </a:prstGeom>
          <a:solidFill>
            <a:schemeClr val="tx1"/>
          </a:solidFill>
          <a:ln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FF00"/>
                </a:solidFill>
              </a:rPr>
              <a:t>PATH CS0 </a:t>
            </a:r>
            <a:r>
              <a:rPr lang="en-US" sz="1200" b="1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US" sz="1200" b="1" dirty="0">
                <a:solidFill>
                  <a:srgbClr val="FFFF00"/>
                </a:solidFill>
              </a:rPr>
              <a:t>CS1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11FA832-ADE7-DB9E-6964-C24031828140}"/>
              </a:ext>
            </a:extLst>
          </p:cNvPr>
          <p:cNvSpPr txBox="1"/>
          <p:nvPr/>
        </p:nvSpPr>
        <p:spPr>
          <a:xfrm>
            <a:off x="8472256" y="3969943"/>
            <a:ext cx="1360565" cy="27699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PATH CS0 </a:t>
            </a:r>
            <a:r>
              <a:rPr lang="en-US" sz="1200" b="1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US" sz="1200" b="1" dirty="0">
                <a:solidFill>
                  <a:srgbClr val="00B050"/>
                </a:solidFill>
              </a:rPr>
              <a:t>CS2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4D91C563-E4C0-B417-1D49-6CB3B4E0D404}"/>
              </a:ext>
            </a:extLst>
          </p:cNvPr>
          <p:cNvCxnSpPr>
            <a:cxnSpLocks/>
          </p:cNvCxnSpPr>
          <p:nvPr/>
        </p:nvCxnSpPr>
        <p:spPr>
          <a:xfrm>
            <a:off x="7540945" y="4195606"/>
            <a:ext cx="0" cy="116373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14F5E5B4-EA85-A399-99F0-7A58A801BB24}"/>
              </a:ext>
            </a:extLst>
          </p:cNvPr>
          <p:cNvSpPr txBox="1"/>
          <p:nvPr/>
        </p:nvSpPr>
        <p:spPr>
          <a:xfrm>
            <a:off x="6954958" y="4674910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12.5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D209912E-CD45-6FF3-9166-8BE50719722E}"/>
              </a:ext>
            </a:extLst>
          </p:cNvPr>
          <p:cNvSpPr/>
          <p:nvPr/>
        </p:nvSpPr>
        <p:spPr>
          <a:xfrm>
            <a:off x="7528195" y="1751697"/>
            <a:ext cx="255813" cy="276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ADB7EC19-15FB-60E5-EC98-62D96348876A}"/>
              </a:ext>
            </a:extLst>
          </p:cNvPr>
          <p:cNvCxnSpPr>
            <a:cxnSpLocks/>
          </p:cNvCxnSpPr>
          <p:nvPr/>
        </p:nvCxnSpPr>
        <p:spPr>
          <a:xfrm flipH="1">
            <a:off x="7518876" y="2794842"/>
            <a:ext cx="334839" cy="5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" name="Rectangle 204">
            <a:extLst>
              <a:ext uri="{FF2B5EF4-FFF2-40B4-BE49-F238E27FC236}">
                <a16:creationId xmlns:a16="http://schemas.microsoft.com/office/drawing/2014/main" id="{1C893C79-774E-C26B-EAEC-BF2A84006119}"/>
              </a:ext>
            </a:extLst>
          </p:cNvPr>
          <p:cNvSpPr/>
          <p:nvPr/>
        </p:nvSpPr>
        <p:spPr>
          <a:xfrm>
            <a:off x="7882753" y="2662880"/>
            <a:ext cx="255813" cy="276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71383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9AA8C8E-A91F-8C7F-4A69-401B28283838}"/>
              </a:ext>
            </a:extLst>
          </p:cNvPr>
          <p:cNvCxnSpPr>
            <a:cxnSpLocks/>
          </p:cNvCxnSpPr>
          <p:nvPr/>
        </p:nvCxnSpPr>
        <p:spPr>
          <a:xfrm flipV="1">
            <a:off x="3069368" y="3235990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87B613-8584-E7E6-1F54-35DEC61A37C2}"/>
              </a:ext>
            </a:extLst>
          </p:cNvPr>
          <p:cNvCxnSpPr>
            <a:cxnSpLocks/>
          </p:cNvCxnSpPr>
          <p:nvPr/>
        </p:nvCxnSpPr>
        <p:spPr>
          <a:xfrm flipV="1">
            <a:off x="3054283" y="4247991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764778-BC92-A01C-1291-D27FE36CFAF4}"/>
              </a:ext>
            </a:extLst>
          </p:cNvPr>
          <p:cNvCxnSpPr>
            <a:cxnSpLocks/>
          </p:cNvCxnSpPr>
          <p:nvPr/>
        </p:nvCxnSpPr>
        <p:spPr>
          <a:xfrm flipH="1">
            <a:off x="2652955" y="4247991"/>
            <a:ext cx="444617" cy="44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6E87AF5-38D7-9877-407C-B16D17B74959}"/>
              </a:ext>
            </a:extLst>
          </p:cNvPr>
          <p:cNvSpPr txBox="1"/>
          <p:nvPr/>
        </p:nvSpPr>
        <p:spPr>
          <a:xfrm>
            <a:off x="2403149" y="4139455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A6C57-3A11-4551-1CFE-C70E55141321}"/>
              </a:ext>
            </a:extLst>
          </p:cNvPr>
          <p:cNvSpPr txBox="1"/>
          <p:nvPr/>
        </p:nvSpPr>
        <p:spPr>
          <a:xfrm>
            <a:off x="2724705" y="2977965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65393-9763-FC8C-4512-086C4EAF14D4}"/>
              </a:ext>
            </a:extLst>
          </p:cNvPr>
          <p:cNvSpPr txBox="1"/>
          <p:nvPr/>
        </p:nvSpPr>
        <p:spPr>
          <a:xfrm>
            <a:off x="3726800" y="4139455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1DA93E-76B8-4A18-EE0D-03426CDC224A}"/>
              </a:ext>
            </a:extLst>
          </p:cNvPr>
          <p:cNvCxnSpPr>
            <a:cxnSpLocks/>
          </p:cNvCxnSpPr>
          <p:nvPr/>
        </p:nvCxnSpPr>
        <p:spPr>
          <a:xfrm rot="21165312" flipV="1">
            <a:off x="5854019" y="2948236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14E882-CAE5-2368-7851-DF77E6A57575}"/>
              </a:ext>
            </a:extLst>
          </p:cNvPr>
          <p:cNvCxnSpPr>
            <a:cxnSpLocks/>
          </p:cNvCxnSpPr>
          <p:nvPr/>
        </p:nvCxnSpPr>
        <p:spPr>
          <a:xfrm rot="21165312" flipV="1">
            <a:off x="5902061" y="3898207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588ADB-6FCE-F507-F6F2-0A64B20F8549}"/>
              </a:ext>
            </a:extLst>
          </p:cNvPr>
          <p:cNvCxnSpPr>
            <a:cxnSpLocks/>
          </p:cNvCxnSpPr>
          <p:nvPr/>
        </p:nvCxnSpPr>
        <p:spPr>
          <a:xfrm flipH="1">
            <a:off x="5574936" y="3952831"/>
            <a:ext cx="373651" cy="406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3047295-5DD3-AC3D-0B4D-7F0FC2558A02}"/>
              </a:ext>
            </a:extLst>
          </p:cNvPr>
          <p:cNvSpPr txBox="1"/>
          <p:nvPr/>
        </p:nvSpPr>
        <p:spPr>
          <a:xfrm>
            <a:off x="5463678" y="2856154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F81B80-E3BA-F0F3-0C0F-DD20D4314ACB}"/>
              </a:ext>
            </a:extLst>
          </p:cNvPr>
          <p:cNvCxnSpPr/>
          <p:nvPr/>
        </p:nvCxnSpPr>
        <p:spPr>
          <a:xfrm flipV="1">
            <a:off x="3097572" y="3952831"/>
            <a:ext cx="2808073" cy="29515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222A51-38F3-F8D5-EC9B-D6F0DC20D787}"/>
              </a:ext>
            </a:extLst>
          </p:cNvPr>
          <p:cNvSpPr txBox="1"/>
          <p:nvPr/>
        </p:nvSpPr>
        <p:spPr>
          <a:xfrm>
            <a:off x="5247502" y="4084355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367EB5-229C-91C8-352B-F3DA4CAACB95}"/>
              </a:ext>
            </a:extLst>
          </p:cNvPr>
          <p:cNvSpPr txBox="1"/>
          <p:nvPr/>
        </p:nvSpPr>
        <p:spPr>
          <a:xfrm>
            <a:off x="6664882" y="3800988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C6A6AD-E7A7-BACB-9136-F4A37AAE5474}"/>
              </a:ext>
            </a:extLst>
          </p:cNvPr>
          <p:cNvGrpSpPr/>
          <p:nvPr/>
        </p:nvGrpSpPr>
        <p:grpSpPr>
          <a:xfrm rot="525620">
            <a:off x="5769876" y="2662463"/>
            <a:ext cx="1235329" cy="1332772"/>
            <a:chOff x="4470163" y="4586313"/>
            <a:chExt cx="885549" cy="895203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391FBE9-3EB1-BEA7-EAD0-1BDE5264478B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07601" y="4586313"/>
              <a:ext cx="0" cy="68369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19690F1-2D7B-C9B3-F8D9-35BF1FB0524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42040" y="5224394"/>
              <a:ext cx="713672" cy="394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2199EC2-BBDF-3804-576E-72B1373420B2}"/>
                </a:ext>
              </a:extLst>
            </p:cNvPr>
            <p:cNvCxnSpPr>
              <a:cxnSpLocks/>
            </p:cNvCxnSpPr>
            <p:nvPr/>
          </p:nvCxnSpPr>
          <p:spPr>
            <a:xfrm rot="21074380" flipH="1">
              <a:off x="4470163" y="5291070"/>
              <a:ext cx="193880" cy="19044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06380B-6A12-C6D0-3EDA-99D33339919A}"/>
              </a:ext>
            </a:extLst>
          </p:cNvPr>
          <p:cNvCxnSpPr>
            <a:cxnSpLocks/>
          </p:cNvCxnSpPr>
          <p:nvPr/>
        </p:nvCxnSpPr>
        <p:spPr>
          <a:xfrm flipV="1">
            <a:off x="5964916" y="3662524"/>
            <a:ext cx="7581" cy="58546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91D9E4-20D7-A77B-260D-867F43D9DD32}"/>
              </a:ext>
            </a:extLst>
          </p:cNvPr>
          <p:cNvCxnSpPr>
            <a:cxnSpLocks/>
          </p:cNvCxnSpPr>
          <p:nvPr/>
        </p:nvCxnSpPr>
        <p:spPr>
          <a:xfrm>
            <a:off x="3069368" y="4247990"/>
            <a:ext cx="3014020" cy="11281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5D50A-AA35-A23C-2121-FDCACBEFD04E}"/>
              </a:ext>
            </a:extLst>
          </p:cNvPr>
          <p:cNvSpPr/>
          <p:nvPr/>
        </p:nvSpPr>
        <p:spPr>
          <a:xfrm>
            <a:off x="6098666" y="2608374"/>
            <a:ext cx="827355" cy="406455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Rcae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3FF2E3-416F-DFAC-FE44-908E903C9870}"/>
              </a:ext>
            </a:extLst>
          </p:cNvPr>
          <p:cNvSpPr/>
          <p:nvPr/>
        </p:nvSpPr>
        <p:spPr>
          <a:xfrm>
            <a:off x="4908203" y="2604285"/>
            <a:ext cx="736664" cy="406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Ra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918503E-89E3-7D0A-8D92-472EF9C8F5F5}"/>
              </a:ext>
            </a:extLst>
          </p:cNvPr>
          <p:cNvSpPr/>
          <p:nvPr/>
        </p:nvSpPr>
        <p:spPr>
          <a:xfrm>
            <a:off x="6083388" y="3797607"/>
            <a:ext cx="491628" cy="763552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037810-3039-482D-BE4D-A2FCA762A3A8}"/>
              </a:ext>
            </a:extLst>
          </p:cNvPr>
          <p:cNvSpPr/>
          <p:nvPr/>
        </p:nvSpPr>
        <p:spPr>
          <a:xfrm>
            <a:off x="6083388" y="4561158"/>
            <a:ext cx="1044094" cy="4064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bg1">
                    <a:lumMod val="95000"/>
                  </a:schemeClr>
                </a:solidFill>
              </a:rPr>
              <a:t>Y Error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57D75AE-8B0F-24CA-A02E-03A688AC912F}"/>
              </a:ext>
            </a:extLst>
          </p:cNvPr>
          <p:cNvSpPr/>
          <p:nvPr/>
        </p:nvSpPr>
        <p:spPr>
          <a:xfrm rot="6301538">
            <a:off x="4205028" y="3783136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A25B3A4-D09E-753B-956D-5222A752AEB9}"/>
                  </a:ext>
                </a:extLst>
              </p:cNvPr>
              <p:cNvSpPr/>
              <p:nvPr/>
            </p:nvSpPr>
            <p:spPr>
              <a:xfrm>
                <a:off x="3917090" y="3429000"/>
                <a:ext cx="1044094" cy="40645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Error</a:t>
                </a:r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A25B3A4-D09E-753B-956D-5222A752AE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090" y="3429000"/>
                <a:ext cx="1044094" cy="406455"/>
              </a:xfrm>
              <a:prstGeom prst="rect">
                <a:avLst/>
              </a:prstGeom>
              <a:blipFill>
                <a:blip r:embed="rId2"/>
                <a:stretch>
                  <a:fillRect t="-4348" r="-4023" b="-2318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0158C1-475D-C0C0-E4BA-D0C58A52031D}"/>
              </a:ext>
            </a:extLst>
          </p:cNvPr>
          <p:cNvCxnSpPr>
            <a:cxnSpLocks/>
          </p:cNvCxnSpPr>
          <p:nvPr/>
        </p:nvCxnSpPr>
        <p:spPr>
          <a:xfrm flipV="1">
            <a:off x="5958977" y="3589874"/>
            <a:ext cx="2425635" cy="3317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4B7B84-6C36-F508-2D8E-DE1E8839CEE5}"/>
              </a:ext>
            </a:extLst>
          </p:cNvPr>
          <p:cNvCxnSpPr>
            <a:cxnSpLocks/>
          </p:cNvCxnSpPr>
          <p:nvPr/>
        </p:nvCxnSpPr>
        <p:spPr>
          <a:xfrm flipV="1">
            <a:off x="5946591" y="3598052"/>
            <a:ext cx="2446730" cy="366098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6CE2F0-2336-75E7-1AC4-085541AFCBBF}"/>
              </a:ext>
            </a:extLst>
          </p:cNvPr>
          <p:cNvGrpSpPr/>
          <p:nvPr/>
        </p:nvGrpSpPr>
        <p:grpSpPr>
          <a:xfrm rot="21156203">
            <a:off x="7937349" y="2519299"/>
            <a:ext cx="1396891" cy="1453324"/>
            <a:chOff x="6854279" y="4258831"/>
            <a:chExt cx="1396891" cy="1453324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1A1C989-E76B-79BC-1687-B47B868BE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0692" y="425883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A3922DC-A0A0-25A8-CFCA-FD8FED457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5607" y="527083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F91E306-7229-120D-A27E-90FBF5D16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4279" y="527083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EA1A934-7BDB-ED56-234D-33ECC5093F85}"/>
              </a:ext>
            </a:extLst>
          </p:cNvPr>
          <p:cNvSpPr txBox="1"/>
          <p:nvPr/>
        </p:nvSpPr>
        <p:spPr>
          <a:xfrm>
            <a:off x="8050750" y="3797606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69D0B5-FF13-480A-77DA-48F2C1D47C9D}"/>
              </a:ext>
            </a:extLst>
          </p:cNvPr>
          <p:cNvSpPr txBox="1"/>
          <p:nvPr/>
        </p:nvSpPr>
        <p:spPr>
          <a:xfrm>
            <a:off x="7949545" y="2371325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182AA0-7CAF-CFAE-0616-9573B1EA2D3D}"/>
              </a:ext>
            </a:extLst>
          </p:cNvPr>
          <p:cNvSpPr txBox="1"/>
          <p:nvPr/>
        </p:nvSpPr>
        <p:spPr>
          <a:xfrm>
            <a:off x="9050753" y="3483638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B18C0E3-E32B-1267-CE54-0D11B888321B}"/>
                  </a:ext>
                </a:extLst>
              </p:cNvPr>
              <p:cNvSpPr/>
              <p:nvPr/>
            </p:nvSpPr>
            <p:spPr>
              <a:xfrm>
                <a:off x="2216920" y="3932919"/>
                <a:ext cx="782613" cy="251818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𝑶𝒓𝒊𝒈𝒊𝒏</m:t>
                      </m:r>
                    </m:oMath>
                  </m:oMathPara>
                </a14:m>
                <a:endParaRPr lang="en-US" sz="1600" b="1" i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B18C0E3-E32B-1267-CE54-0D11B88832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920" y="3932919"/>
                <a:ext cx="782613" cy="251818"/>
              </a:xfrm>
              <a:prstGeom prst="rect">
                <a:avLst/>
              </a:prstGeom>
              <a:blipFill>
                <a:blip r:embed="rId3"/>
                <a:stretch>
                  <a:fillRect l="-7813" r="-2344" b="-317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99A2DAD-29F7-221B-7D07-558019DD1B4D}"/>
                  </a:ext>
                </a:extLst>
              </p:cNvPr>
              <p:cNvSpPr/>
              <p:nvPr/>
            </p:nvSpPr>
            <p:spPr>
              <a:xfrm>
                <a:off x="7457300" y="4194078"/>
                <a:ext cx="1632366" cy="54706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Correction</a:t>
                </a:r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99A2DAD-29F7-221B-7D07-558019DD1B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300" y="4194078"/>
                <a:ext cx="1632366" cy="547065"/>
              </a:xfrm>
              <a:prstGeom prst="rect">
                <a:avLst/>
              </a:prstGeom>
              <a:blipFill>
                <a:blip r:embed="rId4"/>
                <a:stretch>
                  <a:fillRect t="-2151" b="-301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74C005E-7700-457D-8E03-6C32D2D411BB}"/>
              </a:ext>
            </a:extLst>
          </p:cNvPr>
          <p:cNvSpPr/>
          <p:nvPr/>
        </p:nvSpPr>
        <p:spPr>
          <a:xfrm rot="15762343">
            <a:off x="7474785" y="3662535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2B8BD5-8408-6FD4-CFE2-AD2CF03BC473}"/>
              </a:ext>
            </a:extLst>
          </p:cNvPr>
          <p:cNvSpPr txBox="1"/>
          <p:nvPr/>
        </p:nvSpPr>
        <p:spPr>
          <a:xfrm>
            <a:off x="7035589" y="36871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F1CCD0-EFE7-022E-AD0A-2ED96C4C7024}"/>
              </a:ext>
            </a:extLst>
          </p:cNvPr>
          <p:cNvSpPr txBox="1"/>
          <p:nvPr/>
        </p:nvSpPr>
        <p:spPr>
          <a:xfrm>
            <a:off x="4286372" y="4179549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84A554B-C8AD-8323-3790-31370E035435}"/>
              </a:ext>
            </a:extLst>
          </p:cNvPr>
          <p:cNvGrpSpPr/>
          <p:nvPr/>
        </p:nvGrpSpPr>
        <p:grpSpPr>
          <a:xfrm>
            <a:off x="8393321" y="2566494"/>
            <a:ext cx="995563" cy="1017879"/>
            <a:chOff x="7408007" y="4411231"/>
            <a:chExt cx="995563" cy="1017879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E4AF871-E5BC-391B-F5BE-10A36B4F1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3092" y="4411231"/>
              <a:ext cx="0" cy="1017879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73480DF-D0B9-ACFA-BAC5-A6F5DB004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8007" y="5423232"/>
              <a:ext cx="995563" cy="5878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136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6641F6-014F-5F3F-587F-07C0BC21F9CD}"/>
              </a:ext>
            </a:extLst>
          </p:cNvPr>
          <p:cNvGrpSpPr/>
          <p:nvPr/>
        </p:nvGrpSpPr>
        <p:grpSpPr>
          <a:xfrm>
            <a:off x="3153580" y="2324046"/>
            <a:ext cx="6086076" cy="2406366"/>
            <a:chOff x="6096000" y="3871486"/>
            <a:chExt cx="6086076" cy="240636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707F9D0-C524-2DD7-1FD8-259DF4AD28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6414" y="4554995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57F03FD-C4D9-B765-9452-98E3C55987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329" y="5566996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9FCE0F6-7867-2211-56CD-68C2FB6B0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0001" y="5566996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D2AFEC-EB76-B8B5-10EB-B168E31E4910}"/>
                </a:ext>
              </a:extLst>
            </p:cNvPr>
            <p:cNvSpPr txBox="1"/>
            <p:nvPr/>
          </p:nvSpPr>
          <p:spPr>
            <a:xfrm>
              <a:off x="6300195" y="54584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362EA9-82CC-C3FE-5012-A3529B83D2BA}"/>
                </a:ext>
              </a:extLst>
            </p:cNvPr>
            <p:cNvSpPr txBox="1"/>
            <p:nvPr/>
          </p:nvSpPr>
          <p:spPr>
            <a:xfrm>
              <a:off x="6621751" y="429697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42E513-E6E6-EF6F-61CA-CEAE8EBC4811}"/>
                </a:ext>
              </a:extLst>
            </p:cNvPr>
            <p:cNvSpPr txBox="1"/>
            <p:nvPr/>
          </p:nvSpPr>
          <p:spPr>
            <a:xfrm>
              <a:off x="7623846" y="545846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583E2DB-B331-E405-BB12-9DB5F825D77B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51065" y="42672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4F5F0C3-1E31-6AA0-0240-5C2BC4C84194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99107" y="521721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E9E72AD-A44D-C81D-B48A-B176FEC57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1982" y="5271836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C61AF23-FDC4-B3BF-CB6F-6C3D876987EB}"/>
                </a:ext>
              </a:extLst>
            </p:cNvPr>
            <p:cNvSpPr txBox="1"/>
            <p:nvPr/>
          </p:nvSpPr>
          <p:spPr>
            <a:xfrm>
              <a:off x="9313332" y="4209814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049BF7-27DE-6CD8-0539-05C9D64FA4F2}"/>
                </a:ext>
              </a:extLst>
            </p:cNvPr>
            <p:cNvCxnSpPr/>
            <p:nvPr/>
          </p:nvCxnSpPr>
          <p:spPr>
            <a:xfrm flipV="1">
              <a:off x="6994618" y="5271836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23E0AB-B552-C78D-5D82-5DECBA4837A2}"/>
                </a:ext>
              </a:extLst>
            </p:cNvPr>
            <p:cNvSpPr txBox="1"/>
            <p:nvPr/>
          </p:nvSpPr>
          <p:spPr>
            <a:xfrm>
              <a:off x="9144548" y="54033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11BE99-CB21-F7C3-211D-64CF9346D17A}"/>
                </a:ext>
              </a:extLst>
            </p:cNvPr>
            <p:cNvSpPr txBox="1"/>
            <p:nvPr/>
          </p:nvSpPr>
          <p:spPr>
            <a:xfrm>
              <a:off x="10477533" y="467029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E5C9AE8-7A19-1E7D-BF7A-F8D2D72B4052}"/>
                </a:ext>
              </a:extLst>
            </p:cNvPr>
            <p:cNvGrpSpPr/>
            <p:nvPr/>
          </p:nvGrpSpPr>
          <p:grpSpPr>
            <a:xfrm rot="525620">
              <a:off x="9610222" y="4529981"/>
              <a:ext cx="1235331" cy="1332770"/>
              <a:chOff x="4478435" y="4724669"/>
              <a:chExt cx="885550" cy="895201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C6E30A-BF61-6763-871E-9C36BF2646E8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15873" y="4724669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53A18F51-2734-152F-3DA5-E7293DF2B6AD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50313" y="5362750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7C51555E-9236-AC22-DEB4-A3E30E1D3AE0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8435" y="5429424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7BDEA4C-D753-E1AB-1362-B642681A04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962" y="5289338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65BF75-D013-160C-EA69-F18F25E3D02D}"/>
                </a:ext>
              </a:extLst>
            </p:cNvPr>
            <p:cNvCxnSpPr>
              <a:cxnSpLocks/>
            </p:cNvCxnSpPr>
            <p:nvPr/>
          </p:nvCxnSpPr>
          <p:spPr>
            <a:xfrm>
              <a:off x="6966414" y="5566995"/>
              <a:ext cx="382463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8841379-23EB-8E58-75AE-517343BFF728}"/>
                </a:ext>
              </a:extLst>
            </p:cNvPr>
            <p:cNvSpPr/>
            <p:nvPr/>
          </p:nvSpPr>
          <p:spPr>
            <a:xfrm>
              <a:off x="9963689" y="4090836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E0CA5F-1FE6-45AD-1C55-41D2D27C0D29}"/>
                </a:ext>
              </a:extLst>
            </p:cNvPr>
            <p:cNvSpPr/>
            <p:nvPr/>
          </p:nvSpPr>
          <p:spPr>
            <a:xfrm>
              <a:off x="8918696" y="3871486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Ra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AAA955C-8E3A-E5D5-6EDD-6E37EE2F22C8}"/>
                </a:ext>
              </a:extLst>
            </p:cNvPr>
            <p:cNvSpPr/>
            <p:nvPr/>
          </p:nvSpPr>
          <p:spPr>
            <a:xfrm>
              <a:off x="9980434" y="5412198"/>
              <a:ext cx="192633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647B829-DE7C-9D3A-9C98-B1AF50EABEDC}"/>
                </a:ext>
              </a:extLst>
            </p:cNvPr>
            <p:cNvSpPr/>
            <p:nvPr/>
          </p:nvSpPr>
          <p:spPr>
            <a:xfrm>
              <a:off x="9370815" y="5871397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F5098E1-394E-0C46-0FA2-584D2054B3B1}"/>
                </a:ext>
              </a:extLst>
            </p:cNvPr>
            <p:cNvSpPr/>
            <p:nvPr/>
          </p:nvSpPr>
          <p:spPr>
            <a:xfrm rot="6301538">
              <a:off x="8102074" y="5102141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810A40A-B67F-A83B-44F1-AF8BEF7291BC}"/>
                    </a:ext>
                  </a:extLst>
                </p:cNvPr>
                <p:cNvSpPr/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810A40A-B67F-A83B-44F1-AF8BEF7291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blipFill>
                  <a:blip r:embed="rId2"/>
                  <a:stretch>
                    <a:fillRect t="-4286" r="-4598" b="-2285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D4669F5-13B0-1547-9DB6-87C27306F1AA}"/>
                    </a:ext>
                  </a:extLst>
                </p:cNvPr>
                <p:cNvSpPr/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8D4669F5-13B0-1547-9DB6-87C27306F1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blipFill>
                  <a:blip r:embed="rId3"/>
                  <a:stretch>
                    <a:fillRect l="-7752" r="-1550" b="-2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4BC15B-56C0-21D9-DF3D-79A9E137DED3}"/>
                </a:ext>
              </a:extLst>
            </p:cNvPr>
            <p:cNvSpPr txBox="1"/>
            <p:nvPr/>
          </p:nvSpPr>
          <p:spPr>
            <a:xfrm>
              <a:off x="8924158" y="5012998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1un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E477ECDE-F718-30DF-C079-56564E95ED1D}"/>
                    </a:ext>
                  </a:extLst>
                </p:cNvPr>
                <p:cNvSpPr/>
                <p:nvPr/>
              </p:nvSpPr>
              <p:spPr>
                <a:xfrm>
                  <a:off x="10549710" y="5650087"/>
                  <a:ext cx="1632366" cy="493867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E477ECDE-F718-30DF-C079-56564E95ED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710" y="5650087"/>
                  <a:ext cx="1632366" cy="493867"/>
                </a:xfrm>
                <a:prstGeom prst="rect">
                  <a:avLst/>
                </a:prstGeom>
                <a:blipFill>
                  <a:blip r:embed="rId4"/>
                  <a:stretch>
                    <a:fillRect t="-7143" b="-3928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CB23053-39F4-001B-782B-2253F33CA07C}"/>
                </a:ext>
              </a:extLst>
            </p:cNvPr>
            <p:cNvSpPr/>
            <p:nvPr/>
          </p:nvSpPr>
          <p:spPr>
            <a:xfrm rot="21339185">
              <a:off x="10792113" y="5299391"/>
              <a:ext cx="491628" cy="392943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623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116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 Theme</vt:lpstr>
      <vt:lpstr>Error budget figures</vt:lpstr>
      <vt:lpstr>Practice Problem</vt:lpstr>
      <vt:lpstr>Telescope Focusing Optics</vt:lpstr>
      <vt:lpstr>Requirements</vt:lpstr>
      <vt:lpstr>Stack path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Seawright, Tyler</dc:creator>
  <cp:lastModifiedBy>Seawright, Tyler</cp:lastModifiedBy>
  <cp:revision>1</cp:revision>
  <dcterms:created xsi:type="dcterms:W3CDTF">2025-07-02T21:23:29Z</dcterms:created>
  <dcterms:modified xsi:type="dcterms:W3CDTF">2025-07-09T22:58:21Z</dcterms:modified>
</cp:coreProperties>
</file>