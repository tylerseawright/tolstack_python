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39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078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17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156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195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234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273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313" algn="l" defTabSz="914078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E228E-C9CB-4D68-8F50-85F219FE29E6}" v="495" dt="2025-10-22T19:37:35.493"/>
  </p1510:revLst>
</p1510:revInfo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33" d="100"/>
          <a:sy n="33" d="100"/>
        </p:scale>
        <p:origin x="3588" y="1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9A4E228E-C9CB-4D68-8F50-85F219FE29E6}"/>
    <pc:docChg chg="undo redo custSel addSld delSld modSld modMainMaster modNotesMaster">
      <pc:chgData name="Seawright, Tyler" userId="0d679dc6-d022-4613-aaa8-d4a403513003" providerId="ADAL" clId="{9A4E228E-C9CB-4D68-8F50-85F219FE29E6}" dt="2025-10-22T19:37:53.294" v="4877" actId="14100"/>
      <pc:docMkLst>
        <pc:docMk/>
      </pc:docMkLst>
      <pc:sldChg chg="addSp delSp modSp mod modNotes">
        <pc:chgData name="Seawright, Tyler" userId="0d679dc6-d022-4613-aaa8-d4a403513003" providerId="ADAL" clId="{9A4E228E-C9CB-4D68-8F50-85F219FE29E6}" dt="2025-10-22T19:37:53.294" v="4877" actId="14100"/>
        <pc:sldMkLst>
          <pc:docMk/>
          <pc:sldMk cId="1207310669" sldId="256"/>
        </pc:sldMkLst>
        <pc:spChg chg="add del mod ord">
          <ac:chgData name="Seawright, Tyler" userId="0d679dc6-d022-4613-aaa8-d4a403513003" providerId="ADAL" clId="{9A4E228E-C9CB-4D68-8F50-85F219FE29E6}" dt="2025-10-22T19:32:36.078" v="4771" actId="478"/>
          <ac:spMkLst>
            <pc:docMk/>
            <pc:sldMk cId="1207310669" sldId="256"/>
            <ac:spMk id="2" creationId="{8EBB3BFA-6B5D-DF90-7B5C-39470C429542}"/>
          </ac:spMkLst>
        </pc:spChg>
        <pc:spChg chg="mod">
          <ac:chgData name="Seawright, Tyler" userId="0d679dc6-d022-4613-aaa8-d4a403513003" providerId="ADAL" clId="{9A4E228E-C9CB-4D68-8F50-85F219FE29E6}" dt="2025-10-10T19:21:32.352" v="4150" actId="113"/>
          <ac:spMkLst>
            <pc:docMk/>
            <pc:sldMk cId="1207310669" sldId="256"/>
            <ac:spMk id="3" creationId="{3387B2B4-93DE-6345-67E5-4F29BDA8C30E}"/>
          </ac:spMkLst>
        </pc:spChg>
        <pc:spChg chg="add 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4" creationId="{C3009FE0-B75F-1DCF-5FDC-62AA777AEBAE}"/>
          </ac:spMkLst>
        </pc:spChg>
        <pc:spChg chg="add 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5" creationId="{67A6FB5A-A7D1-8D16-0200-B31D8A062DFA}"/>
          </ac:spMkLst>
        </pc:spChg>
        <pc:spChg chg="add 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6" creationId="{ADEE70DC-5E22-02DA-CE5C-6C12D520AAF5}"/>
          </ac:spMkLst>
        </pc:spChg>
        <pc:spChg chg="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12" creationId="{3CFD58C9-5735-89AA-5C6C-09FD76377A3A}"/>
          </ac:spMkLst>
        </pc:spChg>
        <pc:spChg chg="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13" creationId="{2EC42A2A-2AC2-F47F-F121-814B0437502F}"/>
          </ac:spMkLst>
        </pc:spChg>
        <pc:spChg chg="add 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14" creationId="{68A17036-2981-CD08-F41F-740D9E36DC1D}"/>
          </ac:spMkLst>
        </pc:spChg>
        <pc:spChg chg="mod">
          <ac:chgData name="Seawright, Tyler" userId="0d679dc6-d022-4613-aaa8-d4a403513003" providerId="ADAL" clId="{9A4E228E-C9CB-4D68-8F50-85F219FE29E6}" dt="2025-10-09T21:39:00.515" v="970" actId="1076"/>
          <ac:spMkLst>
            <pc:docMk/>
            <pc:sldMk cId="1207310669" sldId="256"/>
            <ac:spMk id="16" creationId="{0FD2A586-39A0-AC1A-3012-E10436684449}"/>
          </ac:spMkLst>
        </pc:spChg>
        <pc:spChg chg="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34" creationId="{DA0470EE-DFCB-6F15-994E-787953A290A8}"/>
          </ac:spMkLst>
        </pc:spChg>
        <pc:spChg chg="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43" creationId="{FEAC4381-4BE1-8C4B-EEEA-670622DB8167}"/>
          </ac:spMkLst>
        </pc:spChg>
        <pc:spChg chg="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45" creationId="{CCE59D18-B5FF-E8BE-018E-A572D160F3BA}"/>
          </ac:spMkLst>
        </pc:spChg>
        <pc:spChg chg="add mod">
          <ac:chgData name="Seawright, Tyler" userId="0d679dc6-d022-4613-aaa8-d4a403513003" providerId="ADAL" clId="{9A4E228E-C9CB-4D68-8F50-85F219FE29E6}" dt="2025-10-22T19:06:20.975" v="4618"/>
          <ac:spMkLst>
            <pc:docMk/>
            <pc:sldMk cId="1207310669" sldId="256"/>
            <ac:spMk id="50" creationId="{77524819-E954-DAEB-FB54-BF35BE89FD65}"/>
          </ac:spMkLst>
        </pc:spChg>
        <pc:spChg chg="add del mod">
          <ac:chgData name="Seawright, Tyler" userId="0d679dc6-d022-4613-aaa8-d4a403513003" providerId="ADAL" clId="{9A4E228E-C9CB-4D68-8F50-85F219FE29E6}" dt="2025-10-22T19:36:08.177" v="4848" actId="478"/>
          <ac:spMkLst>
            <pc:docMk/>
            <pc:sldMk cId="1207310669" sldId="256"/>
            <ac:spMk id="53" creationId="{930B3775-7E9E-A42B-A854-33C21C3F6D9E}"/>
          </ac:spMkLst>
        </pc:spChg>
        <pc:spChg chg="mod">
          <ac:chgData name="Seawright, Tyler" userId="0d679dc6-d022-4613-aaa8-d4a403513003" providerId="ADAL" clId="{9A4E228E-C9CB-4D68-8F50-85F219FE29E6}" dt="2025-10-09T21:38:18.633" v="962"/>
          <ac:spMkLst>
            <pc:docMk/>
            <pc:sldMk cId="1207310669" sldId="256"/>
            <ac:spMk id="60" creationId="{75612156-701B-8979-337C-510B44348EF6}"/>
          </ac:spMkLst>
        </pc:spChg>
        <pc:spChg chg="mod">
          <ac:chgData name="Seawright, Tyler" userId="0d679dc6-d022-4613-aaa8-d4a403513003" providerId="ADAL" clId="{9A4E228E-C9CB-4D68-8F50-85F219FE29E6}" dt="2025-10-09T21:38:18.633" v="962"/>
          <ac:spMkLst>
            <pc:docMk/>
            <pc:sldMk cId="1207310669" sldId="256"/>
            <ac:spMk id="61" creationId="{F172CB5A-6BE6-2947-2806-36CC97CE22D3}"/>
          </ac:spMkLst>
        </pc:spChg>
        <pc:spChg chg="mod">
          <ac:chgData name="Seawright, Tyler" userId="0d679dc6-d022-4613-aaa8-d4a403513003" providerId="ADAL" clId="{9A4E228E-C9CB-4D68-8F50-85F219FE29E6}" dt="2025-10-09T21:38:18.633" v="962"/>
          <ac:spMkLst>
            <pc:docMk/>
            <pc:sldMk cId="1207310669" sldId="256"/>
            <ac:spMk id="62" creationId="{D6C7786C-2716-E34F-C79C-97DB27B84C48}"/>
          </ac:spMkLst>
        </pc:spChg>
        <pc:spChg chg="mod">
          <ac:chgData name="Seawright, Tyler" userId="0d679dc6-d022-4613-aaa8-d4a403513003" providerId="ADAL" clId="{9A4E228E-C9CB-4D68-8F50-85F219FE29E6}" dt="2025-10-09T21:38:18.633" v="962"/>
          <ac:spMkLst>
            <pc:docMk/>
            <pc:sldMk cId="1207310669" sldId="256"/>
            <ac:spMk id="63" creationId="{4F9E9CD1-62EA-7149-A46C-C62E8C5CC643}"/>
          </ac:spMkLst>
        </pc:spChg>
        <pc:spChg chg="mod">
          <ac:chgData name="Seawright, Tyler" userId="0d679dc6-d022-4613-aaa8-d4a403513003" providerId="ADAL" clId="{9A4E228E-C9CB-4D68-8F50-85F219FE29E6}" dt="2025-10-09T21:38:18.633" v="962"/>
          <ac:spMkLst>
            <pc:docMk/>
            <pc:sldMk cId="1207310669" sldId="256"/>
            <ac:spMk id="64" creationId="{1E97806A-13F6-2C3E-F913-7D41E9C3E8A4}"/>
          </ac:spMkLst>
        </pc:spChg>
        <pc:spChg chg="mod">
          <ac:chgData name="Seawright, Tyler" userId="0d679dc6-d022-4613-aaa8-d4a403513003" providerId="ADAL" clId="{9A4E228E-C9CB-4D68-8F50-85F219FE29E6}" dt="2025-10-09T21:38:18.633" v="962"/>
          <ac:spMkLst>
            <pc:docMk/>
            <pc:sldMk cId="1207310669" sldId="256"/>
            <ac:spMk id="65" creationId="{E635EB50-760F-4664-DA33-3005BF8D5655}"/>
          </ac:spMkLst>
        </pc:spChg>
        <pc:spChg chg="mod">
          <ac:chgData name="Seawright, Tyler" userId="0d679dc6-d022-4613-aaa8-d4a403513003" providerId="ADAL" clId="{9A4E228E-C9CB-4D68-8F50-85F219FE29E6}" dt="2025-10-09T21:38:18.633" v="962"/>
          <ac:spMkLst>
            <pc:docMk/>
            <pc:sldMk cId="1207310669" sldId="256"/>
            <ac:spMk id="66" creationId="{8C1BFA73-FC19-4163-353B-F80878767E13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67" creationId="{6FDCF7CE-A945-1F47-31F5-13157DF4291C}"/>
          </ac:spMkLst>
        </pc:spChg>
        <pc:spChg chg="add mod or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68" creationId="{F2D69374-2AC1-CAA0-B4BE-C9B4E239DFAD}"/>
          </ac:spMkLst>
        </pc:spChg>
        <pc:spChg chg="add mod">
          <ac:chgData name="Seawright, Tyler" userId="0d679dc6-d022-4613-aaa8-d4a403513003" providerId="ADAL" clId="{9A4E228E-C9CB-4D68-8F50-85F219FE29E6}" dt="2025-10-22T19:02:24.180" v="4549" actId="14100"/>
          <ac:spMkLst>
            <pc:docMk/>
            <pc:sldMk cId="1207310669" sldId="256"/>
            <ac:spMk id="69" creationId="{44608207-8FEE-6878-B6F4-38D3D84861FB}"/>
          </ac:spMkLst>
        </pc:spChg>
        <pc:spChg chg="add mod">
          <ac:chgData name="Seawright, Tyler" userId="0d679dc6-d022-4613-aaa8-d4a403513003" providerId="ADAL" clId="{9A4E228E-C9CB-4D68-8F50-85F219FE29E6}" dt="2025-10-22T19:02:24.180" v="4549" actId="14100"/>
          <ac:spMkLst>
            <pc:docMk/>
            <pc:sldMk cId="1207310669" sldId="256"/>
            <ac:spMk id="71" creationId="{21BB21DC-8047-FD3D-ACDB-4E46CBA8E276}"/>
          </ac:spMkLst>
        </pc:spChg>
        <pc:spChg chg="mod">
          <ac:chgData name="Seawright, Tyler" userId="0d679dc6-d022-4613-aaa8-d4a403513003" providerId="ADAL" clId="{9A4E228E-C9CB-4D68-8F50-85F219FE29E6}" dt="2025-10-22T19:37:32.378" v="4868" actId="1076"/>
          <ac:spMkLst>
            <pc:docMk/>
            <pc:sldMk cId="1207310669" sldId="256"/>
            <ac:spMk id="94" creationId="{2A730987-9299-B407-384D-0E2A3C48287F}"/>
          </ac:spMkLst>
        </pc:spChg>
        <pc:spChg chg="mod ord">
          <ac:chgData name="Seawright, Tyler" userId="0d679dc6-d022-4613-aaa8-d4a403513003" providerId="ADAL" clId="{9A4E228E-C9CB-4D68-8F50-85F219FE29E6}" dt="2025-10-22T19:37:22.898" v="4866" actId="14100"/>
          <ac:spMkLst>
            <pc:docMk/>
            <pc:sldMk cId="1207310669" sldId="256"/>
            <ac:spMk id="95" creationId="{18EE6816-E96B-5C3A-4A99-B485EFD7750A}"/>
          </ac:spMkLst>
        </pc:spChg>
        <pc:spChg chg="mod">
          <ac:chgData name="Seawright, Tyler" userId="0d679dc6-d022-4613-aaa8-d4a403513003" providerId="ADAL" clId="{9A4E228E-C9CB-4D68-8F50-85F219FE29E6}" dt="2025-10-22T19:37:53.294" v="4877" actId="14100"/>
          <ac:spMkLst>
            <pc:docMk/>
            <pc:sldMk cId="1207310669" sldId="256"/>
            <ac:spMk id="100" creationId="{18D49123-047D-14B1-0818-D67626EAF26D}"/>
          </ac:spMkLst>
        </pc:spChg>
        <pc:spChg chg="mod">
          <ac:chgData name="Seawright, Tyler" userId="0d679dc6-d022-4613-aaa8-d4a403513003" providerId="ADAL" clId="{9A4E228E-C9CB-4D68-8F50-85F219FE29E6}" dt="2025-10-22T19:37:35.492" v="4869" actId="1076"/>
          <ac:spMkLst>
            <pc:docMk/>
            <pc:sldMk cId="1207310669" sldId="256"/>
            <ac:spMk id="114" creationId="{D29199D1-C7EE-6F47-0DFC-1729074033B0}"/>
          </ac:spMkLst>
        </pc:spChg>
        <pc:spChg chg="mod">
          <ac:chgData name="Seawright, Tyler" userId="0d679dc6-d022-4613-aaa8-d4a403513003" providerId="ADAL" clId="{9A4E228E-C9CB-4D68-8F50-85F219FE29E6}" dt="2025-10-22T19:37:35.492" v="4869" actId="1076"/>
          <ac:spMkLst>
            <pc:docMk/>
            <pc:sldMk cId="1207310669" sldId="256"/>
            <ac:spMk id="115" creationId="{B7C70FE9-8846-CE78-C83C-6F37F5D67E2E}"/>
          </ac:spMkLst>
        </pc:spChg>
        <pc:spChg chg="mod">
          <ac:chgData name="Seawright, Tyler" userId="0d679dc6-d022-4613-aaa8-d4a403513003" providerId="ADAL" clId="{9A4E228E-C9CB-4D68-8F50-85F219FE29E6}" dt="2025-10-22T19:37:35.492" v="4869" actId="1076"/>
          <ac:spMkLst>
            <pc:docMk/>
            <pc:sldMk cId="1207310669" sldId="256"/>
            <ac:spMk id="116" creationId="{52692495-F170-1DC3-47F6-0C2E4DBBA15A}"/>
          </ac:spMkLst>
        </pc:spChg>
        <pc:spChg chg="mod">
          <ac:chgData name="Seawright, Tyler" userId="0d679dc6-d022-4613-aaa8-d4a403513003" providerId="ADAL" clId="{9A4E228E-C9CB-4D68-8F50-85F219FE29E6}" dt="2025-10-22T19:37:35.492" v="4869" actId="1076"/>
          <ac:spMkLst>
            <pc:docMk/>
            <pc:sldMk cId="1207310669" sldId="256"/>
            <ac:spMk id="122" creationId="{9589BE2B-C7DB-7FCF-5482-C97559F0C3FE}"/>
          </ac:spMkLst>
        </pc:spChg>
        <pc:spChg chg="add del mod">
          <ac:chgData name="Seawright, Tyler" userId="0d679dc6-d022-4613-aaa8-d4a403513003" providerId="ADAL" clId="{9A4E228E-C9CB-4D68-8F50-85F219FE29E6}" dt="2025-10-22T19:00:13.304" v="4532" actId="21"/>
          <ac:spMkLst>
            <pc:docMk/>
            <pc:sldMk cId="1207310669" sldId="256"/>
            <ac:spMk id="123" creationId="{185BD8AC-0C71-7750-0CEA-03D6D9BF13CC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124" creationId="{26C36BDE-5FD7-5056-247F-02E7C21E3644}"/>
          </ac:spMkLst>
        </pc:spChg>
        <pc:spChg chg="add mod">
          <ac:chgData name="Seawright, Tyler" userId="0d679dc6-d022-4613-aaa8-d4a403513003" providerId="ADAL" clId="{9A4E228E-C9CB-4D68-8F50-85F219FE29E6}" dt="2025-10-10T19:22:14.006" v="4162" actId="1038"/>
          <ac:spMkLst>
            <pc:docMk/>
            <pc:sldMk cId="1207310669" sldId="256"/>
            <ac:spMk id="125" creationId="{B2AF93DD-40E0-8CD2-3254-F617CD0DA7C7}"/>
          </ac:spMkLst>
        </pc:spChg>
        <pc:spChg chg="add mod">
          <ac:chgData name="Seawright, Tyler" userId="0d679dc6-d022-4613-aaa8-d4a403513003" providerId="ADAL" clId="{9A4E228E-C9CB-4D68-8F50-85F219FE29E6}" dt="2025-10-09T21:55:48.770" v="1553" actId="207"/>
          <ac:spMkLst>
            <pc:docMk/>
            <pc:sldMk cId="1207310669" sldId="256"/>
            <ac:spMk id="126" creationId="{B30E4FA9-5A9A-4422-423B-1C223EBFC64D}"/>
          </ac:spMkLst>
        </pc:spChg>
        <pc:spChg chg="add mod">
          <ac:chgData name="Seawright, Tyler" userId="0d679dc6-d022-4613-aaa8-d4a403513003" providerId="ADAL" clId="{9A4E228E-C9CB-4D68-8F50-85F219FE29E6}" dt="2025-10-09T21:55:48.770" v="1553" actId="207"/>
          <ac:spMkLst>
            <pc:docMk/>
            <pc:sldMk cId="1207310669" sldId="256"/>
            <ac:spMk id="127" creationId="{06F14713-9701-4A0E-6CAF-F92F5D9AEF2B}"/>
          </ac:spMkLst>
        </pc:spChg>
        <pc:spChg chg="add mod">
          <ac:chgData name="Seawright, Tyler" userId="0d679dc6-d022-4613-aaa8-d4a403513003" providerId="ADAL" clId="{9A4E228E-C9CB-4D68-8F50-85F219FE29E6}" dt="2025-10-09T22:02:05.392" v="1732" actId="1076"/>
          <ac:spMkLst>
            <pc:docMk/>
            <pc:sldMk cId="1207310669" sldId="256"/>
            <ac:spMk id="128" creationId="{71F565D0-51A3-7B07-AE0F-D472C3187A38}"/>
          </ac:spMkLst>
        </pc:spChg>
        <pc:spChg chg="add mod">
          <ac:chgData name="Seawright, Tyler" userId="0d679dc6-d022-4613-aaa8-d4a403513003" providerId="ADAL" clId="{9A4E228E-C9CB-4D68-8F50-85F219FE29E6}" dt="2025-10-09T21:55:48.770" v="1553" actId="207"/>
          <ac:spMkLst>
            <pc:docMk/>
            <pc:sldMk cId="1207310669" sldId="256"/>
            <ac:spMk id="131" creationId="{CB606519-998B-2D07-F9A5-5B63374A8417}"/>
          </ac:spMkLst>
        </pc:spChg>
        <pc:spChg chg="add mod">
          <ac:chgData name="Seawright, Tyler" userId="0d679dc6-d022-4613-aaa8-d4a403513003" providerId="ADAL" clId="{9A4E228E-C9CB-4D68-8F50-85F219FE29E6}" dt="2025-10-09T21:54:51.750" v="1545" actId="164"/>
          <ac:spMkLst>
            <pc:docMk/>
            <pc:sldMk cId="1207310669" sldId="256"/>
            <ac:spMk id="132" creationId="{94F9518B-7D74-A893-9BBE-E759E8D73406}"/>
          </ac:spMkLst>
        </pc:spChg>
        <pc:spChg chg="add mod">
          <ac:chgData name="Seawright, Tyler" userId="0d679dc6-d022-4613-aaa8-d4a403513003" providerId="ADAL" clId="{9A4E228E-C9CB-4D68-8F50-85F219FE29E6}" dt="2025-10-09T22:01:50.047" v="1729" actId="1076"/>
          <ac:spMkLst>
            <pc:docMk/>
            <pc:sldMk cId="1207310669" sldId="256"/>
            <ac:spMk id="140" creationId="{DCAA5184-6872-AF41-143C-46F196CFC177}"/>
          </ac:spMkLst>
        </pc:spChg>
        <pc:spChg chg="mod">
          <ac:chgData name="Seawright, Tyler" userId="0d679dc6-d022-4613-aaa8-d4a403513003" providerId="ADAL" clId="{9A4E228E-C9CB-4D68-8F50-85F219FE29E6}" dt="2025-10-22T19:34:09.734" v="4817" actId="1076"/>
          <ac:spMkLst>
            <pc:docMk/>
            <pc:sldMk cId="1207310669" sldId="256"/>
            <ac:spMk id="154" creationId="{AB47EAE2-3DBC-921C-457A-5F93B31C1211}"/>
          </ac:spMkLst>
        </pc:spChg>
        <pc:spChg chg="mod">
          <ac:chgData name="Seawright, Tyler" userId="0d679dc6-d022-4613-aaa8-d4a403513003" providerId="ADAL" clId="{9A4E228E-C9CB-4D68-8F50-85F219FE29E6}" dt="2025-10-22T19:33:59.983" v="4814" actId="1076"/>
          <ac:spMkLst>
            <pc:docMk/>
            <pc:sldMk cId="1207310669" sldId="256"/>
            <ac:spMk id="155" creationId="{DD3817E4-2DDA-C717-A4DC-1AA72F046E50}"/>
          </ac:spMkLst>
        </pc:spChg>
        <pc:spChg chg="mod">
          <ac:chgData name="Seawright, Tyler" userId="0d679dc6-d022-4613-aaa8-d4a403513003" providerId="ADAL" clId="{9A4E228E-C9CB-4D68-8F50-85F219FE29E6}" dt="2025-10-22T19:32:54.603" v="4775" actId="165"/>
          <ac:spMkLst>
            <pc:docMk/>
            <pc:sldMk cId="1207310669" sldId="256"/>
            <ac:spMk id="156" creationId="{C1F80FA0-F0C5-0444-6C39-99CC3525F2F5}"/>
          </ac:spMkLst>
        </pc:spChg>
        <pc:spChg chg="mod">
          <ac:chgData name="Seawright, Tyler" userId="0d679dc6-d022-4613-aaa8-d4a403513003" providerId="ADAL" clId="{9A4E228E-C9CB-4D68-8F50-85F219FE29E6}" dt="2025-10-22T19:34:17.358" v="4820" actId="1076"/>
          <ac:spMkLst>
            <pc:docMk/>
            <pc:sldMk cId="1207310669" sldId="256"/>
            <ac:spMk id="160" creationId="{6A303DD1-0CC9-F48B-DA14-BCFD23D8B162}"/>
          </ac:spMkLst>
        </pc:spChg>
        <pc:spChg chg="mod">
          <ac:chgData name="Seawright, Tyler" userId="0d679dc6-d022-4613-aaa8-d4a403513003" providerId="ADAL" clId="{9A4E228E-C9CB-4D68-8F50-85F219FE29E6}" dt="2025-10-22T19:34:12.791" v="4818" actId="1076"/>
          <ac:spMkLst>
            <pc:docMk/>
            <pc:sldMk cId="1207310669" sldId="256"/>
            <ac:spMk id="163" creationId="{F6EC3A9D-66CD-9E1E-C6B5-2EC8F5DC427F}"/>
          </ac:spMkLst>
        </pc:spChg>
        <pc:spChg chg="mod">
          <ac:chgData name="Seawright, Tyler" userId="0d679dc6-d022-4613-aaa8-d4a403513003" providerId="ADAL" clId="{9A4E228E-C9CB-4D68-8F50-85F219FE29E6}" dt="2025-10-22T19:34:14.914" v="4819" actId="1076"/>
          <ac:spMkLst>
            <pc:docMk/>
            <pc:sldMk cId="1207310669" sldId="256"/>
            <ac:spMk id="168" creationId="{B0AEE4B6-48DA-9D4A-9CE6-B676EA5046B1}"/>
          </ac:spMkLst>
        </pc:spChg>
        <pc:spChg chg="mod">
          <ac:chgData name="Seawright, Tyler" userId="0d679dc6-d022-4613-aaa8-d4a403513003" providerId="ADAL" clId="{9A4E228E-C9CB-4D68-8F50-85F219FE29E6}" dt="2025-10-22T19:34:33.956" v="4826" actId="1076"/>
          <ac:spMkLst>
            <pc:docMk/>
            <pc:sldMk cId="1207310669" sldId="256"/>
            <ac:spMk id="180" creationId="{DBBB56DE-D0A4-63E3-A46C-3BB9CE44B8BF}"/>
          </ac:spMkLst>
        </pc:spChg>
        <pc:spChg chg="mod">
          <ac:chgData name="Seawright, Tyler" userId="0d679dc6-d022-4613-aaa8-d4a403513003" providerId="ADAL" clId="{9A4E228E-C9CB-4D68-8F50-85F219FE29E6}" dt="2025-10-22T19:34:27.661" v="4824" actId="1076"/>
          <ac:spMkLst>
            <pc:docMk/>
            <pc:sldMk cId="1207310669" sldId="256"/>
            <ac:spMk id="181" creationId="{8BFE1737-A195-BEC5-3AE2-631DE27E8ABD}"/>
          </ac:spMkLst>
        </pc:spChg>
        <pc:spChg chg="mod">
          <ac:chgData name="Seawright, Tyler" userId="0d679dc6-d022-4613-aaa8-d4a403513003" providerId="ADAL" clId="{9A4E228E-C9CB-4D68-8F50-85F219FE29E6}" dt="2025-10-22T19:32:54.603" v="4775" actId="165"/>
          <ac:spMkLst>
            <pc:docMk/>
            <pc:sldMk cId="1207310669" sldId="256"/>
            <ac:spMk id="182" creationId="{1746729A-B3EA-7998-4F3C-8FCA55B12D7A}"/>
          </ac:spMkLst>
        </pc:spChg>
        <pc:spChg chg="mod">
          <ac:chgData name="Seawright, Tyler" userId="0d679dc6-d022-4613-aaa8-d4a403513003" providerId="ADAL" clId="{9A4E228E-C9CB-4D68-8F50-85F219FE29E6}" dt="2025-10-22T19:32:54.603" v="4775" actId="165"/>
          <ac:spMkLst>
            <pc:docMk/>
            <pc:sldMk cId="1207310669" sldId="256"/>
            <ac:spMk id="183" creationId="{E45E03F3-B402-0C44-70C9-F1070E4B88B4}"/>
          </ac:spMkLst>
        </pc:spChg>
        <pc:spChg chg="mod">
          <ac:chgData name="Seawright, Tyler" userId="0d679dc6-d022-4613-aaa8-d4a403513003" providerId="ADAL" clId="{9A4E228E-C9CB-4D68-8F50-85F219FE29E6}" dt="2025-10-22T19:32:54.603" v="4775" actId="165"/>
          <ac:spMkLst>
            <pc:docMk/>
            <pc:sldMk cId="1207310669" sldId="256"/>
            <ac:spMk id="184" creationId="{955C2CAC-DC18-EAAA-2F96-FD7A8CD39F33}"/>
          </ac:spMkLst>
        </pc:spChg>
        <pc:spChg chg="mod">
          <ac:chgData name="Seawright, Tyler" userId="0d679dc6-d022-4613-aaa8-d4a403513003" providerId="ADAL" clId="{9A4E228E-C9CB-4D68-8F50-85F219FE29E6}" dt="2025-10-22T19:32:54.603" v="4775" actId="165"/>
          <ac:spMkLst>
            <pc:docMk/>
            <pc:sldMk cId="1207310669" sldId="256"/>
            <ac:spMk id="185" creationId="{8E065952-249B-501D-AE92-024F6CB8BCC4}"/>
          </ac:spMkLst>
        </pc:spChg>
        <pc:spChg chg="mod">
          <ac:chgData name="Seawright, Tyler" userId="0d679dc6-d022-4613-aaa8-d4a403513003" providerId="ADAL" clId="{9A4E228E-C9CB-4D68-8F50-85F219FE29E6}" dt="2025-10-22T18:04:01.061" v="4452" actId="20577"/>
          <ac:spMkLst>
            <pc:docMk/>
            <pc:sldMk cId="1207310669" sldId="256"/>
            <ac:spMk id="236" creationId="{E79D20FD-94C0-7E6E-1261-B01BC2A51CCD}"/>
          </ac:spMkLst>
        </pc:spChg>
        <pc:spChg chg="add del mod">
          <ac:chgData name="Seawright, Tyler" userId="0d679dc6-d022-4613-aaa8-d4a403513003" providerId="ADAL" clId="{9A4E228E-C9CB-4D68-8F50-85F219FE29E6}" dt="2025-10-22T19:36:17.187" v="4850" actId="1076"/>
          <ac:spMkLst>
            <pc:docMk/>
            <pc:sldMk cId="1207310669" sldId="256"/>
            <ac:spMk id="237" creationId="{C67DB39C-F486-ED65-2470-109A1BD41AB3}"/>
          </ac:spMkLst>
        </pc:spChg>
        <pc:spChg chg="mod">
          <ac:chgData name="Seawright, Tyler" userId="0d679dc6-d022-4613-aaa8-d4a403513003" providerId="ADAL" clId="{9A4E228E-C9CB-4D68-8F50-85F219FE29E6}" dt="2025-10-22T18:05:48.080" v="4496" actId="1035"/>
          <ac:spMkLst>
            <pc:docMk/>
            <pc:sldMk cId="1207310669" sldId="256"/>
            <ac:spMk id="240" creationId="{7964C5BC-9A6D-8044-6857-A36A265A2A5A}"/>
          </ac:spMkLst>
        </pc:spChg>
        <pc:spChg chg="del mod">
          <ac:chgData name="Seawright, Tyler" userId="0d679dc6-d022-4613-aaa8-d4a403513003" providerId="ADAL" clId="{9A4E228E-C9CB-4D68-8F50-85F219FE29E6}" dt="2025-10-22T19:37:38.570" v="4870" actId="478"/>
          <ac:spMkLst>
            <pc:docMk/>
            <pc:sldMk cId="1207310669" sldId="256"/>
            <ac:spMk id="241" creationId="{D97158FE-7622-2E3F-03BC-05F08BCF27B9}"/>
          </ac:spMkLst>
        </pc:spChg>
        <pc:spChg chg="mod">
          <ac:chgData name="Seawright, Tyler" userId="0d679dc6-d022-4613-aaa8-d4a403513003" providerId="ADAL" clId="{9A4E228E-C9CB-4D68-8F50-85F219FE29E6}" dt="2025-10-10T19:20:35.958" v="4149" actId="403"/>
          <ac:spMkLst>
            <pc:docMk/>
            <pc:sldMk cId="1207310669" sldId="256"/>
            <ac:spMk id="242" creationId="{068C58D7-445D-9300-1AE5-BB1BCD5B9EF8}"/>
          </ac:spMkLst>
        </pc:spChg>
        <pc:spChg chg="mod">
          <ac:chgData name="Seawright, Tyler" userId="0d679dc6-d022-4613-aaa8-d4a403513003" providerId="ADAL" clId="{9A4E228E-C9CB-4D68-8F50-85F219FE29E6}" dt="2025-10-09T21:40:29.218" v="1066" actId="14100"/>
          <ac:spMkLst>
            <pc:docMk/>
            <pc:sldMk cId="1207310669" sldId="256"/>
            <ac:spMk id="248" creationId="{C7D7D9BE-D2D4-6899-5F03-F9C0B0EBFFA9}"/>
          </ac:spMkLst>
        </pc:spChg>
        <pc:spChg chg="mod">
          <ac:chgData name="Seawright, Tyler" userId="0d679dc6-d022-4613-aaa8-d4a403513003" providerId="ADAL" clId="{9A4E228E-C9CB-4D68-8F50-85F219FE29E6}" dt="2025-10-09T22:21:36.399" v="1897" actId="14100"/>
          <ac:spMkLst>
            <pc:docMk/>
            <pc:sldMk cId="1207310669" sldId="256"/>
            <ac:spMk id="251" creationId="{50E2A2E8-70B9-5EB3-5493-BB00C52689A2}"/>
          </ac:spMkLst>
        </pc:spChg>
        <pc:spChg chg="mod">
          <ac:chgData name="Seawright, Tyler" userId="0d679dc6-d022-4613-aaa8-d4a403513003" providerId="ADAL" clId="{9A4E228E-C9CB-4D68-8F50-85F219FE29E6}" dt="2025-10-09T21:56:08.224" v="1555" actId="1076"/>
          <ac:spMkLst>
            <pc:docMk/>
            <pc:sldMk cId="1207310669" sldId="256"/>
            <ac:spMk id="252" creationId="{D590C8C1-1A2C-BCA9-A7FB-F93B4EC3950F}"/>
          </ac:spMkLst>
        </pc:spChg>
        <pc:spChg chg="add del mod">
          <ac:chgData name="Seawright, Tyler" userId="0d679dc6-d022-4613-aaa8-d4a403513003" providerId="ADAL" clId="{9A4E228E-C9CB-4D68-8F50-85F219FE29E6}" dt="2025-10-22T19:00:13.304" v="4532" actId="21"/>
          <ac:spMkLst>
            <pc:docMk/>
            <pc:sldMk cId="1207310669" sldId="256"/>
            <ac:spMk id="254" creationId="{4BACE1E4-F3DF-6486-41E9-76E077128F2F}"/>
          </ac:spMkLst>
        </pc:spChg>
        <pc:spChg chg="add del mod ord">
          <ac:chgData name="Seawright, Tyler" userId="0d679dc6-d022-4613-aaa8-d4a403513003" providerId="ADAL" clId="{9A4E228E-C9CB-4D68-8F50-85F219FE29E6}" dt="2025-10-22T19:00:13.304" v="4532" actId="21"/>
          <ac:spMkLst>
            <pc:docMk/>
            <pc:sldMk cId="1207310669" sldId="256"/>
            <ac:spMk id="259" creationId="{4527F61B-9BDF-D728-13B6-FB97F207D30F}"/>
          </ac:spMkLst>
        </pc:spChg>
        <pc:spChg chg="mod">
          <ac:chgData name="Seawright, Tyler" userId="0d679dc6-d022-4613-aaa8-d4a403513003" providerId="ADAL" clId="{9A4E228E-C9CB-4D68-8F50-85F219FE29E6}" dt="2025-10-14T18:07:34.934" v="4263" actId="1036"/>
          <ac:spMkLst>
            <pc:docMk/>
            <pc:sldMk cId="1207310669" sldId="256"/>
            <ac:spMk id="260" creationId="{41C9033E-D1F5-E164-4A15-58185C843439}"/>
          </ac:spMkLst>
        </pc:spChg>
        <pc:spChg chg="mod topLvl">
          <ac:chgData name="Seawright, Tyler" userId="0d679dc6-d022-4613-aaa8-d4a403513003" providerId="ADAL" clId="{9A4E228E-C9CB-4D68-8F50-85F219FE29E6}" dt="2025-10-22T19:35:30.140" v="4838" actId="14100"/>
          <ac:spMkLst>
            <pc:docMk/>
            <pc:sldMk cId="1207310669" sldId="256"/>
            <ac:spMk id="268" creationId="{9F8B7F15-F8FD-62A5-5CB9-911F5EEC516D}"/>
          </ac:spMkLst>
        </pc:spChg>
        <pc:spChg chg="mod topLvl">
          <ac:chgData name="Seawright, Tyler" userId="0d679dc6-d022-4613-aaa8-d4a403513003" providerId="ADAL" clId="{9A4E228E-C9CB-4D68-8F50-85F219FE29E6}" dt="2025-10-22T19:36:00.742" v="4846" actId="1076"/>
          <ac:spMkLst>
            <pc:docMk/>
            <pc:sldMk cId="1207310669" sldId="256"/>
            <ac:spMk id="270" creationId="{D81901BB-B90C-F533-8B6D-517E0B0CAF44}"/>
          </ac:spMkLst>
        </pc:spChg>
        <pc:spChg chg="del mod topLvl">
          <ac:chgData name="Seawright, Tyler" userId="0d679dc6-d022-4613-aaa8-d4a403513003" providerId="ADAL" clId="{9A4E228E-C9CB-4D68-8F50-85F219FE29E6}" dt="2025-10-22T19:36:37.157" v="4855" actId="478"/>
          <ac:spMkLst>
            <pc:docMk/>
            <pc:sldMk cId="1207310669" sldId="256"/>
            <ac:spMk id="272" creationId="{93BE8D97-4888-0935-F043-53F880F6C296}"/>
          </ac:spMkLst>
        </pc:spChg>
        <pc:spChg chg="mod">
          <ac:chgData name="Seawright, Tyler" userId="0d679dc6-d022-4613-aaa8-d4a403513003" providerId="ADAL" clId="{9A4E228E-C9CB-4D68-8F50-85F219FE29E6}" dt="2025-10-22T19:36:47.727" v="4858" actId="14100"/>
          <ac:spMkLst>
            <pc:docMk/>
            <pc:sldMk cId="1207310669" sldId="256"/>
            <ac:spMk id="277" creationId="{3F42DA29-AF4B-A831-DBF0-CA58D227ACD4}"/>
          </ac:spMkLst>
        </pc:spChg>
        <pc:spChg chg="mod">
          <ac:chgData name="Seawright, Tyler" userId="0d679dc6-d022-4613-aaa8-d4a403513003" providerId="ADAL" clId="{9A4E228E-C9CB-4D68-8F50-85F219FE29E6}" dt="2025-10-22T19:36:32.230" v="4853" actId="1076"/>
          <ac:spMkLst>
            <pc:docMk/>
            <pc:sldMk cId="1207310669" sldId="256"/>
            <ac:spMk id="281" creationId="{57C3979F-FBA3-A009-AB0C-1EC1D84AFA2D}"/>
          </ac:spMkLst>
        </pc:spChg>
        <pc:spChg chg="add del mod">
          <ac:chgData name="Seawright, Tyler" userId="0d679dc6-d022-4613-aaa8-d4a403513003" providerId="ADAL" clId="{9A4E228E-C9CB-4D68-8F50-85F219FE29E6}" dt="2025-10-22T19:01:16.268" v="4544" actId="207"/>
          <ac:spMkLst>
            <pc:docMk/>
            <pc:sldMk cId="1207310669" sldId="256"/>
            <ac:spMk id="282" creationId="{8A67FE2B-C3C2-AB58-5210-19FF18C35BA6}"/>
          </ac:spMkLst>
        </pc:spChg>
        <pc:spChg chg="add del mod">
          <ac:chgData name="Seawright, Tyler" userId="0d679dc6-d022-4613-aaa8-d4a403513003" providerId="ADAL" clId="{9A4E228E-C9CB-4D68-8F50-85F219FE29E6}" dt="2025-10-22T19:36:13.261" v="4849" actId="1076"/>
          <ac:spMkLst>
            <pc:docMk/>
            <pc:sldMk cId="1207310669" sldId="256"/>
            <ac:spMk id="283" creationId="{D299CB25-DB9A-54AD-B222-EC3A5765E6AE}"/>
          </ac:spMkLst>
        </pc:spChg>
        <pc:spChg chg="mod">
          <ac:chgData name="Seawright, Tyler" userId="0d679dc6-d022-4613-aaa8-d4a403513003" providerId="ADAL" clId="{9A4E228E-C9CB-4D68-8F50-85F219FE29E6}" dt="2025-10-14T18:06:01.309" v="4254"/>
          <ac:spMkLst>
            <pc:docMk/>
            <pc:sldMk cId="1207310669" sldId="256"/>
            <ac:spMk id="284" creationId="{005E2017-B6B1-575B-2481-693B20340530}"/>
          </ac:spMkLst>
        </pc:spChg>
        <pc:spChg chg="mod">
          <ac:chgData name="Seawright, Tyler" userId="0d679dc6-d022-4613-aaa8-d4a403513003" providerId="ADAL" clId="{9A4E228E-C9CB-4D68-8F50-85F219FE29E6}" dt="2025-10-22T19:32:54.603" v="4775" actId="165"/>
          <ac:spMkLst>
            <pc:docMk/>
            <pc:sldMk cId="1207310669" sldId="256"/>
            <ac:spMk id="1025" creationId="{27502824-910C-34CD-5EE3-43FCA5F00788}"/>
          </ac:spMkLst>
        </pc:spChg>
        <pc:spChg chg="add mod">
          <ac:chgData name="Seawright, Tyler" userId="0d679dc6-d022-4613-aaa8-d4a403513003" providerId="ADAL" clId="{9A4E228E-C9CB-4D68-8F50-85F219FE29E6}" dt="2025-10-22T19:34:42.262" v="4828" actId="1076"/>
          <ac:spMkLst>
            <pc:docMk/>
            <pc:sldMk cId="1207310669" sldId="256"/>
            <ac:spMk id="1033" creationId="{05D2000A-0504-81CC-8672-30ADDE630593}"/>
          </ac:spMkLst>
        </pc:spChg>
        <pc:spChg chg="add mod">
          <ac:chgData name="Seawright, Tyler" userId="0d679dc6-d022-4613-aaa8-d4a403513003" providerId="ADAL" clId="{9A4E228E-C9CB-4D68-8F50-85F219FE29E6}" dt="2025-10-22T19:35:21.370" v="4836" actId="1076"/>
          <ac:spMkLst>
            <pc:docMk/>
            <pc:sldMk cId="1207310669" sldId="256"/>
            <ac:spMk id="1034" creationId="{C0EE2CD7-4EEA-A9A3-3B0C-1BEEFB6D9A6D}"/>
          </ac:spMkLst>
        </pc:spChg>
        <pc:spChg chg="add del mod topLvl">
          <ac:chgData name="Seawright, Tyler" userId="0d679dc6-d022-4613-aaa8-d4a403513003" providerId="ADAL" clId="{9A4E228E-C9CB-4D68-8F50-85F219FE29E6}" dt="2025-10-22T19:32:40.935" v="4772" actId="478"/>
          <ac:spMkLst>
            <pc:docMk/>
            <pc:sldMk cId="1207310669" sldId="256"/>
            <ac:spMk id="1035" creationId="{316515D1-BCD9-8482-C841-2C3273C1F31B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090" creationId="{3646AA03-0F7C-95B9-D083-58E3F693BC78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091" creationId="{8B8155B9-A047-78DE-DDE0-8BFEF15ED55B}"/>
          </ac:spMkLst>
        </pc:spChg>
        <pc:spChg chg="mod">
          <ac:chgData name="Seawright, Tyler" userId="0d679dc6-d022-4613-aaa8-d4a403513003" providerId="ADAL" clId="{9A4E228E-C9CB-4D68-8F50-85F219FE29E6}" dt="2025-10-09T22:30:53.273" v="2639" actId="1076"/>
          <ac:spMkLst>
            <pc:docMk/>
            <pc:sldMk cId="1207310669" sldId="256"/>
            <ac:spMk id="1096" creationId="{1E58CA8E-AF7B-DB35-23EB-DD9D456EC18C}"/>
          </ac:spMkLst>
        </pc:spChg>
        <pc:spChg chg="mod">
          <ac:chgData name="Seawright, Tyler" userId="0d679dc6-d022-4613-aaa8-d4a403513003" providerId="ADAL" clId="{9A4E228E-C9CB-4D68-8F50-85F219FE29E6}" dt="2025-10-09T22:30:56.958" v="2640" actId="1076"/>
          <ac:spMkLst>
            <pc:docMk/>
            <pc:sldMk cId="1207310669" sldId="256"/>
            <ac:spMk id="1098" creationId="{B6F85E57-0E46-2383-CC9C-F7CC3A0F6DF9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103" creationId="{66AD20D8-7B0E-B1E1-90A2-FCA5B4052E99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1105" creationId="{360518C8-CD71-E4F7-975C-2644ACC8B9E2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106" creationId="{5536D98B-09AA-024B-3D2C-3C9C400BC2AE}"/>
          </ac:spMkLst>
        </pc:spChg>
        <pc:spChg chg="mod">
          <ac:chgData name="Seawright, Tyler" userId="0d679dc6-d022-4613-aaa8-d4a403513003" providerId="ADAL" clId="{9A4E228E-C9CB-4D68-8F50-85F219FE29E6}" dt="2025-10-09T22:30:59.905" v="2641" actId="1076"/>
          <ac:spMkLst>
            <pc:docMk/>
            <pc:sldMk cId="1207310669" sldId="256"/>
            <ac:spMk id="1112" creationId="{57E3A933-5D23-7980-1526-7BDFBCB21288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114" creationId="{D8CB8C02-37D4-4659-B99A-6A97B4846508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115" creationId="{9297BEA9-A8F0-DA14-2C3C-9824DCCC0DB6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116" creationId="{A40D6ECA-B8EC-9444-948A-EE2B09EFDEC2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117" creationId="{01CBC929-73BF-1DCC-7B07-562CEB7AB7BB}"/>
          </ac:spMkLst>
        </pc:spChg>
        <pc:spChg chg="mod">
          <ac:chgData name="Seawright, Tyler" userId="0d679dc6-d022-4613-aaa8-d4a403513003" providerId="ADAL" clId="{9A4E228E-C9CB-4D68-8F50-85F219FE29E6}" dt="2025-10-14T18:06:28.003" v="4257" actId="1076"/>
          <ac:spMkLst>
            <pc:docMk/>
            <pc:sldMk cId="1207310669" sldId="256"/>
            <ac:spMk id="1118" creationId="{BE6447CA-CADF-D401-8BFE-1A86C61A92AE}"/>
          </ac:spMkLst>
        </pc:spChg>
        <pc:spChg chg="mod">
          <ac:chgData name="Seawright, Tyler" userId="0d679dc6-d022-4613-aaa8-d4a403513003" providerId="ADAL" clId="{9A4E228E-C9CB-4D68-8F50-85F219FE29E6}" dt="2025-10-14T18:06:30.790" v="4258" actId="1076"/>
          <ac:spMkLst>
            <pc:docMk/>
            <pc:sldMk cId="1207310669" sldId="256"/>
            <ac:spMk id="1119" creationId="{8F51A8DD-CC46-F3E8-35A7-88535E7EBF95}"/>
          </ac:spMkLst>
        </pc:spChg>
        <pc:spChg chg="mod">
          <ac:chgData name="Seawright, Tyler" userId="0d679dc6-d022-4613-aaa8-d4a403513003" providerId="ADAL" clId="{9A4E228E-C9CB-4D68-8F50-85F219FE29E6}" dt="2025-10-09T22:30:42.921" v="2638" actId="404"/>
          <ac:spMkLst>
            <pc:docMk/>
            <pc:sldMk cId="1207310669" sldId="256"/>
            <ac:spMk id="1122" creationId="{2DE0C4EF-33A0-4F62-FD83-A258DFB49E05}"/>
          </ac:spMkLst>
        </pc:spChg>
        <pc:spChg chg="add mod">
          <ac:chgData name="Seawright, Tyler" userId="0d679dc6-d022-4613-aaa8-d4a403513003" providerId="ADAL" clId="{9A4E228E-C9CB-4D68-8F50-85F219FE29E6}" dt="2025-10-14T18:03:12.800" v="4179" actId="113"/>
          <ac:spMkLst>
            <pc:docMk/>
            <pc:sldMk cId="1207310669" sldId="256"/>
            <ac:spMk id="1160" creationId="{138E3EA7-8876-851D-107A-9D3AC03BB44D}"/>
          </ac:spMkLst>
        </pc:spChg>
        <pc:spChg chg="add mod">
          <ac:chgData name="Seawright, Tyler" userId="0d679dc6-d022-4613-aaa8-d4a403513003" providerId="ADAL" clId="{9A4E228E-C9CB-4D68-8F50-85F219FE29E6}" dt="2025-10-14T18:03:42.345" v="4221" actId="1037"/>
          <ac:spMkLst>
            <pc:docMk/>
            <pc:sldMk cId="1207310669" sldId="256"/>
            <ac:spMk id="1161" creationId="{B6255B9C-6C4E-14B2-CA01-1A6BBD01FF46}"/>
          </ac:spMkLst>
        </pc:spChg>
        <pc:spChg chg="add del mod">
          <ac:chgData name="Seawright, Tyler" userId="0d679dc6-d022-4613-aaa8-d4a403513003" providerId="ADAL" clId="{9A4E228E-C9CB-4D68-8F50-85F219FE29E6}" dt="2025-10-22T19:00:13.304" v="4532" actId="21"/>
          <ac:spMkLst>
            <pc:docMk/>
            <pc:sldMk cId="1207310669" sldId="256"/>
            <ac:spMk id="1163" creationId="{9630F967-1E72-CA5E-E8B5-3904CC2D80BC}"/>
          </ac:spMkLst>
        </pc:spChg>
        <pc:spChg chg="mod topLvl">
          <ac:chgData name="Seawright, Tyler" userId="0d679dc6-d022-4613-aaa8-d4a403513003" providerId="ADAL" clId="{9A4E228E-C9CB-4D68-8F50-85F219FE29E6}" dt="2025-10-09T22:49:12.460" v="3621"/>
          <ac:spMkLst>
            <pc:docMk/>
            <pc:sldMk cId="1207310669" sldId="256"/>
            <ac:spMk id="1172" creationId="{19151624-BF7C-D276-AFE5-AF1725CDD56A}"/>
          </ac:spMkLst>
        </pc:spChg>
        <pc:spChg chg="mod topLvl">
          <ac:chgData name="Seawright, Tyler" userId="0d679dc6-d022-4613-aaa8-d4a403513003" providerId="ADAL" clId="{9A4E228E-C9CB-4D68-8F50-85F219FE29E6}" dt="2025-10-09T22:49:17.050" v="3622"/>
          <ac:spMkLst>
            <pc:docMk/>
            <pc:sldMk cId="1207310669" sldId="256"/>
            <ac:spMk id="1173" creationId="{A4CABD11-C707-7555-65FE-CCCE558B9EBA}"/>
          </ac:spMkLst>
        </pc:spChg>
        <pc:spChg chg="mod topLvl">
          <ac:chgData name="Seawright, Tyler" userId="0d679dc6-d022-4613-aaa8-d4a403513003" providerId="ADAL" clId="{9A4E228E-C9CB-4D68-8F50-85F219FE29E6}" dt="2025-10-09T22:49:24.475" v="3623"/>
          <ac:spMkLst>
            <pc:docMk/>
            <pc:sldMk cId="1207310669" sldId="256"/>
            <ac:spMk id="1174" creationId="{40CC4C39-7ED8-0BEA-6497-EFA9592BC32C}"/>
          </ac:spMkLst>
        </pc:spChg>
        <pc:spChg chg="mod">
          <ac:chgData name="Seawright, Tyler" userId="0d679dc6-d022-4613-aaa8-d4a403513003" providerId="ADAL" clId="{9A4E228E-C9CB-4D68-8F50-85F219FE29E6}" dt="2025-10-09T22:44:16.335" v="3220" actId="165"/>
          <ac:spMkLst>
            <pc:docMk/>
            <pc:sldMk cId="1207310669" sldId="256"/>
            <ac:spMk id="1177" creationId="{FEB7B44C-9159-A613-CA83-F67215F9F329}"/>
          </ac:spMkLst>
        </pc:spChg>
        <pc:spChg chg="mod">
          <ac:chgData name="Seawright, Tyler" userId="0d679dc6-d022-4613-aaa8-d4a403513003" providerId="ADAL" clId="{9A4E228E-C9CB-4D68-8F50-85F219FE29E6}" dt="2025-10-09T22:44:16.335" v="3220" actId="165"/>
          <ac:spMkLst>
            <pc:docMk/>
            <pc:sldMk cId="1207310669" sldId="256"/>
            <ac:spMk id="1178" creationId="{B3C52402-51DB-29B0-E482-95EA42F5BB65}"/>
          </ac:spMkLst>
        </pc:spChg>
        <pc:spChg chg="mod">
          <ac:chgData name="Seawright, Tyler" userId="0d679dc6-d022-4613-aaa8-d4a403513003" providerId="ADAL" clId="{9A4E228E-C9CB-4D68-8F50-85F219FE29E6}" dt="2025-10-09T22:44:16.335" v="3220" actId="165"/>
          <ac:spMkLst>
            <pc:docMk/>
            <pc:sldMk cId="1207310669" sldId="256"/>
            <ac:spMk id="1179" creationId="{DEBC60DD-CE46-6A3F-3F4C-FB916AD3D9FD}"/>
          </ac:spMkLst>
        </pc:spChg>
        <pc:spChg chg="add mod">
          <ac:chgData name="Seawright, Tyler" userId="0d679dc6-d022-4613-aaa8-d4a403513003" providerId="ADAL" clId="{9A4E228E-C9CB-4D68-8F50-85F219FE29E6}" dt="2025-10-22T18:07:27.638" v="4509" actId="404"/>
          <ac:spMkLst>
            <pc:docMk/>
            <pc:sldMk cId="1207310669" sldId="256"/>
            <ac:spMk id="1180" creationId="{9DFE2C6D-6A4D-6BB4-2746-29A3120AD8DF}"/>
          </ac:spMkLst>
        </pc:spChg>
        <pc:spChg chg="add del mod">
          <ac:chgData name="Seawright, Tyler" userId="0d679dc6-d022-4613-aaa8-d4a403513003" providerId="ADAL" clId="{9A4E228E-C9CB-4D68-8F50-85F219FE29E6}" dt="2025-10-22T19:00:13.304" v="4532" actId="21"/>
          <ac:spMkLst>
            <pc:docMk/>
            <pc:sldMk cId="1207310669" sldId="256"/>
            <ac:spMk id="1183" creationId="{8B928BE8-E8D9-4C0D-8758-BF66190382CB}"/>
          </ac:spMkLst>
        </pc:spChg>
        <pc:spChg chg="add del mo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1184" creationId="{5BA7F2D8-0471-D523-E44A-18F91E6FA0AD}"/>
          </ac:spMkLst>
        </pc:spChg>
        <pc:spChg chg="mod">
          <ac:chgData name="Seawright, Tyler" userId="0d679dc6-d022-4613-aaa8-d4a403513003" providerId="ADAL" clId="{9A4E228E-C9CB-4D68-8F50-85F219FE29E6}" dt="2025-10-09T22:53:57.422" v="3735" actId="1076"/>
          <ac:spMkLst>
            <pc:docMk/>
            <pc:sldMk cId="1207310669" sldId="256"/>
            <ac:spMk id="1186" creationId="{443310EC-9B59-22CE-CB12-4A8E02C6CCE7}"/>
          </ac:spMkLst>
        </pc:spChg>
        <pc:spChg chg="mod">
          <ac:chgData name="Seawright, Tyler" userId="0d679dc6-d022-4613-aaa8-d4a403513003" providerId="ADAL" clId="{9A4E228E-C9CB-4D68-8F50-85F219FE29E6}" dt="2025-10-09T22:53:57.422" v="3735" actId="1076"/>
          <ac:spMkLst>
            <pc:docMk/>
            <pc:sldMk cId="1207310669" sldId="256"/>
            <ac:spMk id="1187" creationId="{F7831E18-8667-8D50-CDB2-344F0D5ED553}"/>
          </ac:spMkLst>
        </pc:spChg>
        <pc:spChg chg="mod">
          <ac:chgData name="Seawright, Tyler" userId="0d679dc6-d022-4613-aaa8-d4a403513003" providerId="ADAL" clId="{9A4E228E-C9CB-4D68-8F50-85F219FE29E6}" dt="2025-10-09T22:53:57.422" v="3735" actId="1076"/>
          <ac:spMkLst>
            <pc:docMk/>
            <pc:sldMk cId="1207310669" sldId="256"/>
            <ac:spMk id="1188" creationId="{10D833ED-9CE2-A9CD-1691-86417D443682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1194" creationId="{8560288F-172C-E3F6-579C-90E76EBE723F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1196" creationId="{F583430C-BA95-7531-BCB3-C665C7DF532E}"/>
          </ac:spMkLst>
        </pc:spChg>
        <pc:spChg chg="mod">
          <ac:chgData name="Seawright, Tyler" userId="0d679dc6-d022-4613-aaa8-d4a403513003" providerId="ADAL" clId="{9A4E228E-C9CB-4D68-8F50-85F219FE29E6}" dt="2025-10-09T22:53:00.076" v="3725"/>
          <ac:spMkLst>
            <pc:docMk/>
            <pc:sldMk cId="1207310669" sldId="256"/>
            <ac:spMk id="1197" creationId="{76D93680-D968-18B6-C0CE-CF677F558BED}"/>
          </ac:spMkLst>
        </pc:spChg>
        <pc:spChg chg="mod">
          <ac:chgData name="Seawright, Tyler" userId="0d679dc6-d022-4613-aaa8-d4a403513003" providerId="ADAL" clId="{9A4E228E-C9CB-4D68-8F50-85F219FE29E6}" dt="2025-10-09T22:53:00.076" v="3725"/>
          <ac:spMkLst>
            <pc:docMk/>
            <pc:sldMk cId="1207310669" sldId="256"/>
            <ac:spMk id="1198" creationId="{43554B56-8DF6-D05F-4EA7-47D26B065603}"/>
          </ac:spMkLst>
        </pc:spChg>
        <pc:spChg chg="mod">
          <ac:chgData name="Seawright, Tyler" userId="0d679dc6-d022-4613-aaa8-d4a403513003" providerId="ADAL" clId="{9A4E228E-C9CB-4D68-8F50-85F219FE29E6}" dt="2025-10-10T19:20:09.268" v="4147" actId="1076"/>
          <ac:spMkLst>
            <pc:docMk/>
            <pc:sldMk cId="1207310669" sldId="256"/>
            <ac:spMk id="1201" creationId="{178283EA-6E93-5182-5B87-47DAC22C4B9B}"/>
          </ac:spMkLst>
        </pc:spChg>
        <pc:spChg chg="add del mod">
          <ac:chgData name="Seawright, Tyler" userId="0d679dc6-d022-4613-aaa8-d4a403513003" providerId="ADAL" clId="{9A4E228E-C9CB-4D68-8F50-85F219FE29E6}" dt="2025-10-22T19:27:42.337" v="4725"/>
          <ac:spMkLst>
            <pc:docMk/>
            <pc:sldMk cId="1207310669" sldId="256"/>
            <ac:spMk id="1205" creationId="{F49B67F1-7653-1292-A2BE-7166F44944BC}"/>
          </ac:spMkLst>
        </pc:spChg>
        <pc:spChg chg="add del mod">
          <ac:chgData name="Seawright, Tyler" userId="0d679dc6-d022-4613-aaa8-d4a403513003" providerId="ADAL" clId="{9A4E228E-C9CB-4D68-8F50-85F219FE29E6}" dt="2025-10-22T19:00:13.304" v="4532" actId="21"/>
          <ac:spMkLst>
            <pc:docMk/>
            <pc:sldMk cId="1207310669" sldId="256"/>
            <ac:spMk id="1207" creationId="{51C6090C-1919-79C5-0C1B-74A1D8D3352A}"/>
          </ac:spMkLst>
        </pc:spChg>
        <pc:grpChg chg="add mod">
          <ac:chgData name="Seawright, Tyler" userId="0d679dc6-d022-4613-aaa8-d4a403513003" providerId="ADAL" clId="{9A4E228E-C9CB-4D68-8F50-85F219FE29E6}" dt="2025-10-22T19:37:40.220" v="4872" actId="1076"/>
          <ac:grpSpMkLst>
            <pc:docMk/>
            <pc:sldMk cId="1207310669" sldId="256"/>
            <ac:grpSpMk id="54" creationId="{39AEE68C-E448-F725-B8B1-F18175F7A232}"/>
          </ac:grpSpMkLst>
        </pc:grpChg>
        <pc:grpChg chg="add mod">
          <ac:chgData name="Seawright, Tyler" userId="0d679dc6-d022-4613-aaa8-d4a403513003" providerId="ADAL" clId="{9A4E228E-C9CB-4D68-8F50-85F219FE29E6}" dt="2025-10-22T18:05:43.844" v="4492" actId="1036"/>
          <ac:grpSpMkLst>
            <pc:docMk/>
            <pc:sldMk cId="1207310669" sldId="256"/>
            <ac:grpSpMk id="58" creationId="{C9D372FF-DDE4-6BE1-00C0-FB6E8682D44E}"/>
          </ac:grpSpMkLst>
        </pc:grpChg>
        <pc:grpChg chg="add mod">
          <ac:chgData name="Seawright, Tyler" userId="0d679dc6-d022-4613-aaa8-d4a403513003" providerId="ADAL" clId="{9A4E228E-C9CB-4D68-8F50-85F219FE29E6}" dt="2025-10-22T19:02:24.180" v="4549" actId="14100"/>
          <ac:grpSpMkLst>
            <pc:docMk/>
            <pc:sldMk cId="1207310669" sldId="256"/>
            <ac:grpSpMk id="73" creationId="{8EA446D6-7EB6-075A-4739-CEF76987F8B4}"/>
          </ac:grpSpMkLst>
        </pc:grpChg>
        <pc:grpChg chg="add mod topLvl">
          <ac:chgData name="Seawright, Tyler" userId="0d679dc6-d022-4613-aaa8-d4a403513003" providerId="ADAL" clId="{9A4E228E-C9CB-4D68-8F50-85F219FE29E6}" dt="2025-10-22T19:08:04.819" v="4648" actId="164"/>
          <ac:grpSpMkLst>
            <pc:docMk/>
            <pc:sldMk cId="1207310669" sldId="256"/>
            <ac:grpSpMk id="93" creationId="{37CBF6F4-6977-5847-6F06-7C3340160E2C}"/>
          </ac:grpSpMkLst>
        </pc:grpChg>
        <pc:grpChg chg="add mod topLvl">
          <ac:chgData name="Seawright, Tyler" userId="0d679dc6-d022-4613-aaa8-d4a403513003" providerId="ADAL" clId="{9A4E228E-C9CB-4D68-8F50-85F219FE29E6}" dt="2025-10-22T19:37:35.492" v="4869" actId="1076"/>
          <ac:grpSpMkLst>
            <pc:docMk/>
            <pc:sldMk cId="1207310669" sldId="256"/>
            <ac:grpSpMk id="105" creationId="{E9B15CBF-D1B6-4323-7DE0-4E1C65EBBF9A}"/>
          </ac:grpSpMkLst>
        </pc:grpChg>
        <pc:grpChg chg="add mod">
          <ac:chgData name="Seawright, Tyler" userId="0d679dc6-d022-4613-aaa8-d4a403513003" providerId="ADAL" clId="{9A4E228E-C9CB-4D68-8F50-85F219FE29E6}" dt="2025-10-09T22:01:54.414" v="1730" actId="403"/>
          <ac:grpSpMkLst>
            <pc:docMk/>
            <pc:sldMk cId="1207310669" sldId="256"/>
            <ac:grpSpMk id="138" creationId="{C4ADE097-B8E4-4AA1-2B0B-EB3D86830A5D}"/>
          </ac:grpSpMkLst>
        </pc:grpChg>
        <pc:grpChg chg="mod">
          <ac:chgData name="Seawright, Tyler" userId="0d679dc6-d022-4613-aaa8-d4a403513003" providerId="ADAL" clId="{9A4E228E-C9CB-4D68-8F50-85F219FE29E6}" dt="2025-10-22T19:34:39.799" v="4827" actId="1076"/>
          <ac:grpSpMkLst>
            <pc:docMk/>
            <pc:sldMk cId="1207310669" sldId="256"/>
            <ac:grpSpMk id="150" creationId="{FFA9D3A4-A80A-19CB-CFC9-56631F73DF0B}"/>
          </ac:grpSpMkLst>
        </pc:grpChg>
        <pc:grpChg chg="mod">
          <ac:chgData name="Seawright, Tyler" userId="0d679dc6-d022-4613-aaa8-d4a403513003" providerId="ADAL" clId="{9A4E228E-C9CB-4D68-8F50-85F219FE29E6}" dt="2025-10-09T21:44:16.110" v="1136" actId="14100"/>
          <ac:grpSpMkLst>
            <pc:docMk/>
            <pc:sldMk cId="1207310669" sldId="256"/>
            <ac:grpSpMk id="253" creationId="{1358CE6E-2C6B-E1B0-57E5-6A1F4420BF8E}"/>
          </ac:grpSpMkLst>
        </pc:grpChg>
        <pc:grpChg chg="add del mod">
          <ac:chgData name="Seawright, Tyler" userId="0d679dc6-d022-4613-aaa8-d4a403513003" providerId="ADAL" clId="{9A4E228E-C9CB-4D68-8F50-85F219FE29E6}" dt="2025-10-22T19:32:40.935" v="4772" actId="478"/>
          <ac:grpSpMkLst>
            <pc:docMk/>
            <pc:sldMk cId="1207310669" sldId="256"/>
            <ac:grpSpMk id="264" creationId="{E3631046-7154-77A7-4553-C5F51AD0F7C9}"/>
          </ac:grpSpMkLst>
        </pc:grpChg>
        <pc:grpChg chg="mod">
          <ac:chgData name="Seawright, Tyler" userId="0d679dc6-d022-4613-aaa8-d4a403513003" providerId="ADAL" clId="{9A4E228E-C9CB-4D68-8F50-85F219FE29E6}" dt="2025-10-22T19:35:49.143" v="4843" actId="1076"/>
          <ac:grpSpMkLst>
            <pc:docMk/>
            <pc:sldMk cId="1207310669" sldId="256"/>
            <ac:grpSpMk id="318" creationId="{FEE3E7C1-CAE2-0706-7A37-5958EA1FEFD0}"/>
          </ac:grpSpMkLst>
        </pc:grpChg>
        <pc:grpChg chg="add mod topLvl">
          <ac:chgData name="Seawright, Tyler" userId="0d679dc6-d022-4613-aaa8-d4a403513003" providerId="ADAL" clId="{9A4E228E-C9CB-4D68-8F50-85F219FE29E6}" dt="2025-10-22T19:32:48.082" v="4774" actId="1076"/>
          <ac:grpSpMkLst>
            <pc:docMk/>
            <pc:sldMk cId="1207310669" sldId="256"/>
            <ac:grpSpMk id="1036" creationId="{E81FF992-5792-4CCB-694A-2AE0081E98EF}"/>
          </ac:grpSpMkLst>
        </pc:grpChg>
        <pc:grpChg chg="add mod">
          <ac:chgData name="Seawright, Tyler" userId="0d679dc6-d022-4613-aaa8-d4a403513003" providerId="ADAL" clId="{9A4E228E-C9CB-4D68-8F50-85F219FE29E6}" dt="2025-10-09T22:40:13.841" v="3151" actId="1076"/>
          <ac:grpSpMkLst>
            <pc:docMk/>
            <pc:sldMk cId="1207310669" sldId="256"/>
            <ac:grpSpMk id="1162" creationId="{BAAAEC45-9155-956C-A129-E2B371C313AE}"/>
          </ac:grpSpMkLst>
        </pc:grpChg>
        <pc:grpChg chg="mod">
          <ac:chgData name="Seawright, Tyler" userId="0d679dc6-d022-4613-aaa8-d4a403513003" providerId="ADAL" clId="{9A4E228E-C9CB-4D68-8F50-85F219FE29E6}" dt="2025-10-09T22:46:39.275" v="3279" actId="164"/>
          <ac:grpSpMkLst>
            <pc:docMk/>
            <pc:sldMk cId="1207310669" sldId="256"/>
            <ac:grpSpMk id="1175" creationId="{C0779075-BA46-A49C-C1E7-D4CF6E27971B}"/>
          </ac:grpSpMkLst>
        </pc:grpChg>
        <pc:grpChg chg="add mod">
          <ac:chgData name="Seawright, Tyler" userId="0d679dc6-d022-4613-aaa8-d4a403513003" providerId="ADAL" clId="{9A4E228E-C9CB-4D68-8F50-85F219FE29E6}" dt="2025-10-09T22:47:43.447" v="3374" actId="1076"/>
          <ac:grpSpMkLst>
            <pc:docMk/>
            <pc:sldMk cId="1207310669" sldId="256"/>
            <ac:grpSpMk id="1182" creationId="{80EE412E-A0BD-DB42-4E7C-03F15B229EA1}"/>
          </ac:grpSpMkLst>
        </pc:grpChg>
        <pc:grpChg chg="mod">
          <ac:chgData name="Seawright, Tyler" userId="0d679dc6-d022-4613-aaa8-d4a403513003" providerId="ADAL" clId="{9A4E228E-C9CB-4D68-8F50-85F219FE29E6}" dt="2025-10-14T18:03:58.442" v="4224" actId="1076"/>
          <ac:grpSpMkLst>
            <pc:docMk/>
            <pc:sldMk cId="1207310669" sldId="256"/>
            <ac:grpSpMk id="1185" creationId="{9A0F29A9-3B0F-A59A-4188-AD281B68A32E}"/>
          </ac:grpSpMkLst>
        </pc:grpChg>
        <pc:graphicFrameChg chg="mod modGraphic">
          <ac:chgData name="Seawright, Tyler" userId="0d679dc6-d022-4613-aaa8-d4a403513003" providerId="ADAL" clId="{9A4E228E-C9CB-4D68-8F50-85F219FE29E6}" dt="2025-10-22T19:35:54.303" v="4844" actId="1076"/>
          <ac:graphicFrameMkLst>
            <pc:docMk/>
            <pc:sldMk cId="1207310669" sldId="256"/>
            <ac:graphicFrameMk id="280" creationId="{EC1CCC6F-98B2-77A0-2B0A-C6B74B93DD39}"/>
          </ac:graphicFrameMkLst>
        </pc:graphicFrameChg>
        <pc:graphicFrameChg chg="add mod modGraphic">
          <ac:chgData name="Seawright, Tyler" userId="0d679dc6-d022-4613-aaa8-d4a403513003" providerId="ADAL" clId="{9A4E228E-C9CB-4D68-8F50-85F219FE29E6}" dt="2025-10-09T22:24:22.209" v="2250" actId="164"/>
          <ac:graphicFrameMkLst>
            <pc:docMk/>
            <pc:sldMk cId="1207310669" sldId="256"/>
            <ac:graphicFrameMk id="1032" creationId="{508DF0C2-481A-4F24-0E2E-23DAF40DA64F}"/>
          </ac:graphicFrameMkLst>
        </pc:graphicFrameChg>
        <pc:picChg chg="mod">
          <ac:chgData name="Seawright, Tyler" userId="0d679dc6-d022-4613-aaa8-d4a403513003" providerId="ADAL" clId="{9A4E228E-C9CB-4D68-8F50-85F219FE29E6}" dt="2025-10-09T21:38:18.633" v="962"/>
          <ac:picMkLst>
            <pc:docMk/>
            <pc:sldMk cId="1207310669" sldId="256"/>
            <ac:picMk id="59" creationId="{E688C3C7-79BD-3FDC-A993-5866A6E52BE4}"/>
          </ac:picMkLst>
        </pc:picChg>
        <pc:picChg chg="add mod">
          <ac:chgData name="Seawright, Tyler" userId="0d679dc6-d022-4613-aaa8-d4a403513003" providerId="ADAL" clId="{9A4E228E-C9CB-4D68-8F50-85F219FE29E6}" dt="2025-10-22T19:02:24.180" v="4549" actId="14100"/>
          <ac:picMkLst>
            <pc:docMk/>
            <pc:sldMk cId="1207310669" sldId="256"/>
            <ac:picMk id="70" creationId="{76B00C80-FB2B-D537-8A65-E7F531AF04CA}"/>
          </ac:picMkLst>
        </pc:picChg>
        <pc:picChg chg="add mod">
          <ac:chgData name="Seawright, Tyler" userId="0d679dc6-d022-4613-aaa8-d4a403513003" providerId="ADAL" clId="{9A4E228E-C9CB-4D68-8F50-85F219FE29E6}" dt="2025-10-22T19:02:24.180" v="4549" actId="14100"/>
          <ac:picMkLst>
            <pc:docMk/>
            <pc:sldMk cId="1207310669" sldId="256"/>
            <ac:picMk id="72" creationId="{BC318B89-6232-BF28-F0F0-E0A0AC2684A3}"/>
          </ac:picMkLst>
        </pc:picChg>
        <pc:picChg chg="mod">
          <ac:chgData name="Seawright, Tyler" userId="0d679dc6-d022-4613-aaa8-d4a403513003" providerId="ADAL" clId="{9A4E228E-C9CB-4D68-8F50-85F219FE29E6}" dt="2025-10-22T19:37:35.492" v="4869" actId="1076"/>
          <ac:picMkLst>
            <pc:docMk/>
            <pc:sldMk cId="1207310669" sldId="256"/>
            <ac:picMk id="107" creationId="{F3D6610B-7E92-DF01-2610-BAB26615EAA6}"/>
          </ac:picMkLst>
        </pc:picChg>
        <pc:picChg chg="add mod">
          <ac:chgData name="Seawright, Tyler" userId="0d679dc6-d022-4613-aaa8-d4a403513003" providerId="ADAL" clId="{9A4E228E-C9CB-4D68-8F50-85F219FE29E6}" dt="2025-10-09T22:46:05.193" v="3276" actId="14100"/>
          <ac:picMkLst>
            <pc:docMk/>
            <pc:sldMk cId="1207310669" sldId="256"/>
            <ac:picMk id="1159" creationId="{A3A15AAC-7D96-B7BD-CBCE-09A2BEC435AB}"/>
          </ac:picMkLst>
        </pc:picChg>
        <pc:picChg chg="mod topLvl">
          <ac:chgData name="Seawright, Tyler" userId="0d679dc6-d022-4613-aaa8-d4a403513003" providerId="ADAL" clId="{9A4E228E-C9CB-4D68-8F50-85F219FE29E6}" dt="2025-10-09T22:46:39.275" v="3279" actId="164"/>
          <ac:picMkLst>
            <pc:docMk/>
            <pc:sldMk cId="1207310669" sldId="256"/>
            <ac:picMk id="1169" creationId="{F1164D3D-ECC9-89BF-7F77-8706606EE8D4}"/>
          </ac:picMkLst>
        </pc:picChg>
        <pc:picChg chg="mod topLvl">
          <ac:chgData name="Seawright, Tyler" userId="0d679dc6-d022-4613-aaa8-d4a403513003" providerId="ADAL" clId="{9A4E228E-C9CB-4D68-8F50-85F219FE29E6}" dt="2025-10-09T22:46:39.275" v="3279" actId="164"/>
          <ac:picMkLst>
            <pc:docMk/>
            <pc:sldMk cId="1207310669" sldId="256"/>
            <ac:picMk id="1170" creationId="{D3C384B0-3EB3-DDB8-6FE3-3D97A9CA7051}"/>
          </ac:picMkLst>
        </pc:picChg>
        <pc:picChg chg="mod topLvl">
          <ac:chgData name="Seawright, Tyler" userId="0d679dc6-d022-4613-aaa8-d4a403513003" providerId="ADAL" clId="{9A4E228E-C9CB-4D68-8F50-85F219FE29E6}" dt="2025-10-09T22:46:39.275" v="3279" actId="164"/>
          <ac:picMkLst>
            <pc:docMk/>
            <pc:sldMk cId="1207310669" sldId="256"/>
            <ac:picMk id="1171" creationId="{F02E476C-E874-3C49-5548-425F1F76E328}"/>
          </ac:picMkLst>
        </pc:picChg>
        <pc:picChg chg="mod">
          <ac:chgData name="Seawright, Tyler" userId="0d679dc6-d022-4613-aaa8-d4a403513003" providerId="ADAL" clId="{9A4E228E-C9CB-4D68-8F50-85F219FE29E6}" dt="2025-10-09T22:44:16.335" v="3220" actId="165"/>
          <ac:picMkLst>
            <pc:docMk/>
            <pc:sldMk cId="1207310669" sldId="256"/>
            <ac:picMk id="1176" creationId="{560D4337-04AC-E083-803B-86AB3BCB152C}"/>
          </ac:picMkLst>
        </pc:picChg>
        <pc:picChg chg="add mod">
          <ac:chgData name="Seawright, Tyler" userId="0d679dc6-d022-4613-aaa8-d4a403513003" providerId="ADAL" clId="{9A4E228E-C9CB-4D68-8F50-85F219FE29E6}" dt="2025-10-09T22:45:52.463" v="3270" actId="1076"/>
          <ac:picMkLst>
            <pc:docMk/>
            <pc:sldMk cId="1207310669" sldId="256"/>
            <ac:picMk id="1181" creationId="{4EA69B17-C77A-73C0-F8AF-7F1600055A27}"/>
          </ac:picMkLst>
        </pc:picChg>
        <pc:picChg chg="mod">
          <ac:chgData name="Seawright, Tyler" userId="0d679dc6-d022-4613-aaa8-d4a403513003" providerId="ADAL" clId="{9A4E228E-C9CB-4D68-8F50-85F219FE29E6}" dt="2025-10-09T22:53:57.422" v="3735" actId="1076"/>
          <ac:picMkLst>
            <pc:docMk/>
            <pc:sldMk cId="1207310669" sldId="256"/>
            <ac:picMk id="1189" creationId="{321A5284-5802-7EDC-0508-25EF6C843B0E}"/>
          </ac:picMkLst>
        </pc:picChg>
        <pc:picChg chg="mod">
          <ac:chgData name="Seawright, Tyler" userId="0d679dc6-d022-4613-aaa8-d4a403513003" providerId="ADAL" clId="{9A4E228E-C9CB-4D68-8F50-85F219FE29E6}" dt="2025-10-09T22:53:57.422" v="3735" actId="1076"/>
          <ac:picMkLst>
            <pc:docMk/>
            <pc:sldMk cId="1207310669" sldId="256"/>
            <ac:picMk id="1190" creationId="{358D01F4-A7FB-9E96-CE86-2FC8B7E65353}"/>
          </ac:picMkLst>
        </pc:picChg>
        <pc:picChg chg="mod">
          <ac:chgData name="Seawright, Tyler" userId="0d679dc6-d022-4613-aaa8-d4a403513003" providerId="ADAL" clId="{9A4E228E-C9CB-4D68-8F50-85F219FE29E6}" dt="2025-10-09T22:53:57.422" v="3735" actId="1076"/>
          <ac:picMkLst>
            <pc:docMk/>
            <pc:sldMk cId="1207310669" sldId="256"/>
            <ac:picMk id="1191" creationId="{67090CE6-0996-4AD6-63C4-FC428D5A3D85}"/>
          </ac:picMkLst>
        </pc:picChg>
        <pc:picChg chg="mod">
          <ac:chgData name="Seawright, Tyler" userId="0d679dc6-d022-4613-aaa8-d4a403513003" providerId="ADAL" clId="{9A4E228E-C9CB-4D68-8F50-85F219FE29E6}" dt="2025-10-09T22:53:00.076" v="3725"/>
          <ac:picMkLst>
            <pc:docMk/>
            <pc:sldMk cId="1207310669" sldId="256"/>
            <ac:picMk id="1195" creationId="{BB2F72AA-54EB-25A5-49C1-B7E0289B9782}"/>
          </ac:picMkLst>
        </pc:picChg>
        <pc:cxnChg chg="mod">
          <ac:chgData name="Seawright, Tyler" userId="0d679dc6-d022-4613-aaa8-d4a403513003" providerId="ADAL" clId="{9A4E228E-C9CB-4D68-8F50-85F219FE29E6}" dt="2025-10-22T19:37:35.492" v="4869" actId="1076"/>
          <ac:cxnSpMkLst>
            <pc:docMk/>
            <pc:sldMk cId="1207310669" sldId="256"/>
            <ac:cxnSpMk id="110" creationId="{DC7623D8-CAE7-191E-1805-BDECCA0790BA}"/>
          </ac:cxnSpMkLst>
        </pc:cxnChg>
        <pc:cxnChg chg="mod">
          <ac:chgData name="Seawright, Tyler" userId="0d679dc6-d022-4613-aaa8-d4a403513003" providerId="ADAL" clId="{9A4E228E-C9CB-4D68-8F50-85F219FE29E6}" dt="2025-10-22T19:02:35.526" v="4551" actId="1076"/>
          <ac:cxnSpMkLst>
            <pc:docMk/>
            <pc:sldMk cId="1207310669" sldId="256"/>
            <ac:cxnSpMk id="111" creationId="{74244CFD-E39B-5A64-2071-274E7D6664C1}"/>
          </ac:cxnSpMkLst>
        </pc:cxnChg>
        <pc:cxnChg chg="mod">
          <ac:chgData name="Seawright, Tyler" userId="0d679dc6-d022-4613-aaa8-d4a403513003" providerId="ADAL" clId="{9A4E228E-C9CB-4D68-8F50-85F219FE29E6}" dt="2025-10-22T19:37:35.492" v="4869" actId="1076"/>
          <ac:cxnSpMkLst>
            <pc:docMk/>
            <pc:sldMk cId="1207310669" sldId="256"/>
            <ac:cxnSpMk id="112" creationId="{0024577F-EDFB-668E-994A-726C97BA45DA}"/>
          </ac:cxnSpMkLst>
        </pc:cxnChg>
        <pc:cxnChg chg="mod">
          <ac:chgData name="Seawright, Tyler" userId="0d679dc6-d022-4613-aaa8-d4a403513003" providerId="ADAL" clId="{9A4E228E-C9CB-4D68-8F50-85F219FE29E6}" dt="2025-10-10T19:19:33.572" v="4139" actId="1036"/>
          <ac:cxnSpMkLst>
            <pc:docMk/>
            <pc:sldMk cId="1207310669" sldId="256"/>
            <ac:cxnSpMk id="113" creationId="{BD2BD1B1-B7E2-AE4D-1C79-186336C63808}"/>
          </ac:cxnSpMkLst>
        </pc:cxnChg>
        <pc:cxnChg chg="mod">
          <ac:chgData name="Seawright, Tyler" userId="0d679dc6-d022-4613-aaa8-d4a403513003" providerId="ADAL" clId="{9A4E228E-C9CB-4D68-8F50-85F219FE29E6}" dt="2025-10-22T19:37:35.492" v="4869" actId="1076"/>
          <ac:cxnSpMkLst>
            <pc:docMk/>
            <pc:sldMk cId="1207310669" sldId="256"/>
            <ac:cxnSpMk id="118" creationId="{876E9AAC-F69C-DD85-5349-5470F9B0AAAD}"/>
          </ac:cxnSpMkLst>
        </pc:cxnChg>
        <pc:cxnChg chg="mod">
          <ac:chgData name="Seawright, Tyler" userId="0d679dc6-d022-4613-aaa8-d4a403513003" providerId="ADAL" clId="{9A4E228E-C9CB-4D68-8F50-85F219FE29E6}" dt="2025-10-22T19:37:35.492" v="4869" actId="1076"/>
          <ac:cxnSpMkLst>
            <pc:docMk/>
            <pc:sldMk cId="1207310669" sldId="256"/>
            <ac:cxnSpMk id="121" creationId="{9D411DA8-5F9C-FB58-E962-36A1C5CCB3B9}"/>
          </ac:cxnSpMkLst>
        </pc:cxnChg>
        <pc:cxnChg chg="add mod">
          <ac:chgData name="Seawright, Tyler" userId="0d679dc6-d022-4613-aaa8-d4a403513003" providerId="ADAL" clId="{9A4E228E-C9CB-4D68-8F50-85F219FE29E6}" dt="2025-10-09T21:54:04.693" v="1527" actId="1076"/>
          <ac:cxnSpMkLst>
            <pc:docMk/>
            <pc:sldMk cId="1207310669" sldId="256"/>
            <ac:cxnSpMk id="129" creationId="{FEAC4763-2B5D-2820-535C-E07962671719}"/>
          </ac:cxnSpMkLst>
        </pc:cxnChg>
        <pc:cxnChg chg="mod">
          <ac:chgData name="Seawright, Tyler" userId="0d679dc6-d022-4613-aaa8-d4a403513003" providerId="ADAL" clId="{9A4E228E-C9CB-4D68-8F50-85F219FE29E6}" dt="2025-10-09T22:02:07.570" v="1733" actId="14100"/>
          <ac:cxnSpMkLst>
            <pc:docMk/>
            <pc:sldMk cId="1207310669" sldId="256"/>
            <ac:cxnSpMk id="130" creationId="{57CE46A0-E200-86B3-2A04-BAAAC406A4FB}"/>
          </ac:cxnSpMkLst>
        </pc:cxnChg>
        <pc:cxnChg chg="add mod">
          <ac:chgData name="Seawright, Tyler" userId="0d679dc6-d022-4613-aaa8-d4a403513003" providerId="ADAL" clId="{9A4E228E-C9CB-4D68-8F50-85F219FE29E6}" dt="2025-10-09T22:02:24.954" v="1735" actId="14100"/>
          <ac:cxnSpMkLst>
            <pc:docMk/>
            <pc:sldMk cId="1207310669" sldId="256"/>
            <ac:cxnSpMk id="135" creationId="{B716B490-DA6F-AAE8-98B3-CD0754ADB53C}"/>
          </ac:cxnSpMkLst>
        </pc:cxnChg>
        <pc:cxnChg chg="mod">
          <ac:chgData name="Seawright, Tyler" userId="0d679dc6-d022-4613-aaa8-d4a403513003" providerId="ADAL" clId="{9A4E228E-C9CB-4D68-8F50-85F219FE29E6}" dt="2025-10-09T21:55:09.612" v="1552" actId="14100"/>
          <ac:cxnSpMkLst>
            <pc:docMk/>
            <pc:sldMk cId="1207310669" sldId="256"/>
            <ac:cxnSpMk id="136" creationId="{BB44B392-A02C-3BDA-9A4A-18F7AB059160}"/>
          </ac:cxnSpMkLst>
        </pc:cxnChg>
        <pc:cxnChg chg="add mod">
          <ac:chgData name="Seawright, Tyler" userId="0d679dc6-d022-4613-aaa8-d4a403513003" providerId="ADAL" clId="{9A4E228E-C9CB-4D68-8F50-85F219FE29E6}" dt="2025-10-09T21:54:51.750" v="1545" actId="164"/>
          <ac:cxnSpMkLst>
            <pc:docMk/>
            <pc:sldMk cId="1207310669" sldId="256"/>
            <ac:cxnSpMk id="137" creationId="{E45D8E08-B4F1-8B9F-2004-FC0650E8E658}"/>
          </ac:cxnSpMkLst>
        </pc:cxnChg>
        <pc:cxnChg chg="mod">
          <ac:chgData name="Seawright, Tyler" userId="0d679dc6-d022-4613-aaa8-d4a403513003" providerId="ADAL" clId="{9A4E228E-C9CB-4D68-8F50-85F219FE29E6}" dt="2025-10-22T19:33:57.014" v="4813" actId="14100"/>
          <ac:cxnSpMkLst>
            <pc:docMk/>
            <pc:sldMk cId="1207310669" sldId="256"/>
            <ac:cxnSpMk id="151" creationId="{AC4401F5-958B-1ECD-C24B-806722F3FCF5}"/>
          </ac:cxnSpMkLst>
        </pc:cxnChg>
        <pc:cxnChg chg="mod">
          <ac:chgData name="Seawright, Tyler" userId="0d679dc6-d022-4613-aaa8-d4a403513003" providerId="ADAL" clId="{9A4E228E-C9CB-4D68-8F50-85F219FE29E6}" dt="2025-10-22T19:34:06.647" v="4816" actId="14100"/>
          <ac:cxnSpMkLst>
            <pc:docMk/>
            <pc:sldMk cId="1207310669" sldId="256"/>
            <ac:cxnSpMk id="153" creationId="{D6FE0E40-C4F5-7E65-0576-525FB6D7DF1B}"/>
          </ac:cxnSpMkLst>
        </pc:cxnChg>
        <pc:cxnChg chg="mod">
          <ac:chgData name="Seawright, Tyler" userId="0d679dc6-d022-4613-aaa8-d4a403513003" providerId="ADAL" clId="{9A4E228E-C9CB-4D68-8F50-85F219FE29E6}" dt="2025-10-22T19:33:13.896" v="4779" actId="1076"/>
          <ac:cxnSpMkLst>
            <pc:docMk/>
            <pc:sldMk cId="1207310669" sldId="256"/>
            <ac:cxnSpMk id="157" creationId="{34951F58-B79A-8E24-B13E-494396A40210}"/>
          </ac:cxnSpMkLst>
        </pc:cxnChg>
        <pc:cxnChg chg="mod">
          <ac:chgData name="Seawright, Tyler" userId="0d679dc6-d022-4613-aaa8-d4a403513003" providerId="ADAL" clId="{9A4E228E-C9CB-4D68-8F50-85F219FE29E6}" dt="2025-10-22T19:33:48.607" v="4809" actId="14100"/>
          <ac:cxnSpMkLst>
            <pc:docMk/>
            <pc:sldMk cId="1207310669" sldId="256"/>
            <ac:cxnSpMk id="159" creationId="{09A5C233-9BF2-B57D-0828-434656D62FB9}"/>
          </ac:cxnSpMkLst>
        </pc:cxnChg>
        <pc:cxnChg chg="mod">
          <ac:chgData name="Seawright, Tyler" userId="0d679dc6-d022-4613-aaa8-d4a403513003" providerId="ADAL" clId="{9A4E228E-C9CB-4D68-8F50-85F219FE29E6}" dt="2025-10-22T19:33:30.233" v="4784" actId="1076"/>
          <ac:cxnSpMkLst>
            <pc:docMk/>
            <pc:sldMk cId="1207310669" sldId="256"/>
            <ac:cxnSpMk id="179" creationId="{08115E2A-5BCD-5D08-FFBF-AB331EF388CA}"/>
          </ac:cxnSpMkLst>
        </pc:cxnChg>
        <pc:cxnChg chg="mod">
          <ac:chgData name="Seawright, Tyler" userId="0d679dc6-d022-4613-aaa8-d4a403513003" providerId="ADAL" clId="{9A4E228E-C9CB-4D68-8F50-85F219FE29E6}" dt="2025-10-22T19:33:42.881" v="4802" actId="1036"/>
          <ac:cxnSpMkLst>
            <pc:docMk/>
            <pc:sldMk cId="1207310669" sldId="256"/>
            <ac:cxnSpMk id="1029" creationId="{2007729C-D436-D8F2-662E-7C3212E1D04B}"/>
          </ac:cxnSpMkLst>
        </pc:cxnChg>
        <pc:cxnChg chg="mod">
          <ac:chgData name="Seawright, Tyler" userId="0d679dc6-d022-4613-aaa8-d4a403513003" providerId="ADAL" clId="{9A4E228E-C9CB-4D68-8F50-85F219FE29E6}" dt="2025-10-22T19:33:37.989" v="4798" actId="1038"/>
          <ac:cxnSpMkLst>
            <pc:docMk/>
            <pc:sldMk cId="1207310669" sldId="256"/>
            <ac:cxnSpMk id="1030" creationId="{AD8D4B3E-7E67-EDFD-85CC-DE8F86BF4305}"/>
          </ac:cxnSpMkLst>
        </pc:cxnChg>
        <pc:cxnChg chg="mod">
          <ac:chgData name="Seawright, Tyler" userId="0d679dc6-d022-4613-aaa8-d4a403513003" providerId="ADAL" clId="{9A4E228E-C9CB-4D68-8F50-85F219FE29E6}" dt="2025-10-22T19:33:35.965" v="4793" actId="1036"/>
          <ac:cxnSpMkLst>
            <pc:docMk/>
            <pc:sldMk cId="1207310669" sldId="256"/>
            <ac:cxnSpMk id="1031" creationId="{D463FDF6-7BAD-9F83-5CA1-EF53C84C6559}"/>
          </ac:cxnSpMkLst>
        </pc:cxnChg>
        <pc:cxnChg chg="mod">
          <ac:chgData name="Seawright, Tyler" userId="0d679dc6-d022-4613-aaa8-d4a403513003" providerId="ADAL" clId="{9A4E228E-C9CB-4D68-8F50-85F219FE29E6}" dt="2025-10-10T19:20:09.268" v="4147" actId="1076"/>
          <ac:cxnSpMkLst>
            <pc:docMk/>
            <pc:sldMk cId="1207310669" sldId="256"/>
            <ac:cxnSpMk id="1199" creationId="{4098604D-3192-AF20-46EE-91644F4F3D62}"/>
          </ac:cxnSpMkLst>
        </pc:cxnChg>
        <pc:cxnChg chg="mod">
          <ac:chgData name="Seawright, Tyler" userId="0d679dc6-d022-4613-aaa8-d4a403513003" providerId="ADAL" clId="{9A4E228E-C9CB-4D68-8F50-85F219FE29E6}" dt="2025-10-10T19:20:09.268" v="4147" actId="1076"/>
          <ac:cxnSpMkLst>
            <pc:docMk/>
            <pc:sldMk cId="1207310669" sldId="256"/>
            <ac:cxnSpMk id="1202" creationId="{C82566A3-009C-E9EA-3734-1C5C74BA3B78}"/>
          </ac:cxnSpMkLst>
        </pc:cxnChg>
      </pc:sldChg>
      <pc:sldChg chg="addSp delSp modSp new mod">
        <pc:chgData name="Seawright, Tyler" userId="0d679dc6-d022-4613-aaa8-d4a403513003" providerId="ADAL" clId="{9A4E228E-C9CB-4D68-8F50-85F219FE29E6}" dt="2025-10-22T19:27:42.337" v="4725"/>
        <pc:sldMkLst>
          <pc:docMk/>
          <pc:sldMk cId="2119729529" sldId="257"/>
        </pc:sldMkLst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2119729529" sldId="257"/>
            <ac:spMk id="5" creationId="{E8990B28-E064-553F-0CDD-33C571A0C5DF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2119729529" sldId="257"/>
            <ac:spMk id="22" creationId="{E1B9879D-BBAC-FAAD-92C4-DCACA5A41C09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2119729529" sldId="257"/>
            <ac:spMk id="23" creationId="{DC867376-176C-7D5A-9608-32C10EA3D6CF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2119729529" sldId="257"/>
            <ac:spMk id="24" creationId="{8E399E9C-728E-862A-9F56-A3B57E91F42A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2119729529" sldId="257"/>
            <ac:spMk id="25" creationId="{1C4BC3FD-9393-904B-4DA2-DEB4A382B152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2119729529" sldId="257"/>
            <ac:spMk id="26" creationId="{955F0E13-775C-CBF4-5222-D4DE9F349415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2119729529" sldId="257"/>
            <ac:spMk id="27" creationId="{9D53EEB2-E75F-F668-CAB6-85DE18F3C3F4}"/>
          </ac:spMkLst>
        </pc:spChg>
        <pc:grpChg chg="add mod">
          <ac:chgData name="Seawright, Tyler" userId="0d679dc6-d022-4613-aaa8-d4a403513003" providerId="ADAL" clId="{9A4E228E-C9CB-4D68-8F50-85F219FE29E6}" dt="2025-10-22T19:27:42.337" v="4725"/>
          <ac:grpSpMkLst>
            <pc:docMk/>
            <pc:sldMk cId="2119729529" sldId="257"/>
            <ac:grpSpMk id="28" creationId="{85131299-2F8E-1953-E1BE-6F1CCC59B6CD}"/>
          </ac:grpSpMkLst>
        </pc:grpChg>
        <pc:picChg chg="add mod">
          <ac:chgData name="Seawright, Tyler" userId="0d679dc6-d022-4613-aaa8-d4a403513003" providerId="ADAL" clId="{9A4E228E-C9CB-4D68-8F50-85F219FE29E6}" dt="2025-10-22T19:27:42.337" v="4725"/>
          <ac:picMkLst>
            <pc:docMk/>
            <pc:sldMk cId="2119729529" sldId="257"/>
            <ac:picMk id="55" creationId="{061F59F5-1CF8-FC1D-A89D-479EF8DEFEBF}"/>
          </ac:picMkLst>
        </pc:picChg>
      </pc:sldChg>
      <pc:sldChg chg="addSp delSp modSp new mod">
        <pc:chgData name="Seawright, Tyler" userId="0d679dc6-d022-4613-aaa8-d4a403513003" providerId="ADAL" clId="{9A4E228E-C9CB-4D68-8F50-85F219FE29E6}" dt="2025-10-22T19:27:42.337" v="4725"/>
        <pc:sldMkLst>
          <pc:docMk/>
          <pc:sldMk cId="3377968568" sldId="258"/>
        </pc:sldMkLst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7" creationId="{3327343D-B66D-BA64-86EC-72C31354A9C2}"/>
          </ac:spMkLst>
        </pc:spChg>
        <pc:spChg chg="add mod">
          <ac:chgData name="Seawright, Tyler" userId="0d679dc6-d022-4613-aaa8-d4a403513003" providerId="ADAL" clId="{9A4E228E-C9CB-4D68-8F50-85F219FE29E6}" dt="2025-10-09T22:30:06.369" v="2628" actId="164"/>
          <ac:spMkLst>
            <pc:docMk/>
            <pc:sldMk cId="3377968568" sldId="258"/>
            <ac:spMk id="8" creationId="{6008A452-0CD3-1C41-1A25-E99D34164240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9" creationId="{3881B0A0-370E-8081-8FA5-8DBE8CBB3F8F}"/>
          </ac:spMkLst>
        </pc:spChg>
        <pc:spChg chg="add mod">
          <ac:chgData name="Seawright, Tyler" userId="0d679dc6-d022-4613-aaa8-d4a403513003" providerId="ADAL" clId="{9A4E228E-C9CB-4D68-8F50-85F219FE29E6}" dt="2025-10-09T22:30:06.369" v="2628" actId="164"/>
          <ac:spMkLst>
            <pc:docMk/>
            <pc:sldMk cId="3377968568" sldId="258"/>
            <ac:spMk id="13" creationId="{A7A52422-6249-7AC1-F1D6-21E7553299F3}"/>
          </ac:spMkLst>
        </pc:spChg>
        <pc:spChg chg="add mod">
          <ac:chgData name="Seawright, Tyler" userId="0d679dc6-d022-4613-aaa8-d4a403513003" providerId="ADAL" clId="{9A4E228E-C9CB-4D68-8F50-85F219FE29E6}" dt="2025-10-09T22:30:06.369" v="2628" actId="164"/>
          <ac:spMkLst>
            <pc:docMk/>
            <pc:sldMk cId="3377968568" sldId="258"/>
            <ac:spMk id="23" creationId="{6D6E8A20-E621-350D-B14F-635B90454BCD}"/>
          </ac:spMkLst>
        </pc:spChg>
        <pc:spChg chg="add mod">
          <ac:chgData name="Seawright, Tyler" userId="0d679dc6-d022-4613-aaa8-d4a403513003" providerId="ADAL" clId="{9A4E228E-C9CB-4D68-8F50-85F219FE29E6}" dt="2025-10-09T22:30:06.369" v="2628" actId="164"/>
          <ac:spMkLst>
            <pc:docMk/>
            <pc:sldMk cId="3377968568" sldId="258"/>
            <ac:spMk id="25" creationId="{EF888842-B65F-46BE-284E-BA9B9C1DFC76}"/>
          </ac:spMkLst>
        </pc:spChg>
        <pc:spChg chg="add mod">
          <ac:chgData name="Seawright, Tyler" userId="0d679dc6-d022-4613-aaa8-d4a403513003" providerId="ADAL" clId="{9A4E228E-C9CB-4D68-8F50-85F219FE29E6}" dt="2025-10-09T22:30:06.369" v="2628" actId="164"/>
          <ac:spMkLst>
            <pc:docMk/>
            <pc:sldMk cId="3377968568" sldId="258"/>
            <ac:spMk id="28" creationId="{0874270A-3708-35B9-997C-1751DBB018A3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36" creationId="{3A2EC0FD-2B2E-A953-95F1-D7E923C1085A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38" creationId="{99BCB91B-DF84-6869-9E49-C13D062D943A}"/>
          </ac:spMkLst>
        </pc:spChg>
        <pc:spChg chg="add mod">
          <ac:chgData name="Seawright, Tyler" userId="0d679dc6-d022-4613-aaa8-d4a403513003" providerId="ADAL" clId="{9A4E228E-C9CB-4D68-8F50-85F219FE29E6}" dt="2025-10-09T22:30:06.369" v="2628" actId="164"/>
          <ac:spMkLst>
            <pc:docMk/>
            <pc:sldMk cId="3377968568" sldId="258"/>
            <ac:spMk id="39" creationId="{3B398926-AF7B-DAAB-3C87-C03C1B5D061E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40" creationId="{6B7EFD1D-9B21-B2FF-CB44-FD91FCAB54F7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41" creationId="{65047E71-ABB0-DCF8-A336-211A80E590B0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46" creationId="{AB0CC726-3AB4-57C1-2CF6-69E0DDCC1E9B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47" creationId="{B13475D0-BFB0-624E-A2BF-5F3DAC8899F8}"/>
          </ac:spMkLst>
        </pc:spChg>
        <pc:spChg chg="add mod">
          <ac:chgData name="Seawright, Tyler" userId="0d679dc6-d022-4613-aaa8-d4a403513003" providerId="ADAL" clId="{9A4E228E-C9CB-4D68-8F50-85F219FE29E6}" dt="2025-10-09T22:30:06.369" v="2628" actId="164"/>
          <ac:spMkLst>
            <pc:docMk/>
            <pc:sldMk cId="3377968568" sldId="258"/>
            <ac:spMk id="48" creationId="{526D36FE-E4DF-8EFC-1856-BDF3E0897E77}"/>
          </ac:spMkLst>
        </pc:spChg>
        <pc:spChg chg="add mod">
          <ac:chgData name="Seawright, Tyler" userId="0d679dc6-d022-4613-aaa8-d4a403513003" providerId="ADAL" clId="{9A4E228E-C9CB-4D68-8F50-85F219FE29E6}" dt="2025-10-09T22:42:52.051" v="3197" actId="164"/>
          <ac:spMkLst>
            <pc:docMk/>
            <pc:sldMk cId="3377968568" sldId="258"/>
            <ac:spMk id="53" creationId="{42962FE4-40C2-6939-B376-5AD0911B4EF9}"/>
          </ac:spMkLst>
        </pc:spChg>
        <pc:spChg chg="add mod">
          <ac:chgData name="Seawright, Tyler" userId="0d679dc6-d022-4613-aaa8-d4a403513003" providerId="ADAL" clId="{9A4E228E-C9CB-4D68-8F50-85F219FE29E6}" dt="2025-10-09T22:42:52.051" v="3197" actId="164"/>
          <ac:spMkLst>
            <pc:docMk/>
            <pc:sldMk cId="3377968568" sldId="258"/>
            <ac:spMk id="54" creationId="{8C6AE16F-5381-5A1D-E908-F8F70DAE22AF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55" creationId="{A0E9B927-98B9-8ED7-2B7D-1CF8B505B9C5}"/>
          </ac:spMkLst>
        </pc:spChg>
        <pc:spChg chg="add mod">
          <ac:chgData name="Seawright, Tyler" userId="0d679dc6-d022-4613-aaa8-d4a403513003" providerId="ADAL" clId="{9A4E228E-C9CB-4D68-8F50-85F219FE29E6}" dt="2025-10-09T22:42:30.260" v="3193" actId="164"/>
          <ac:spMkLst>
            <pc:docMk/>
            <pc:sldMk cId="3377968568" sldId="258"/>
            <ac:spMk id="57" creationId="{BD0D7F85-F996-EAA5-7716-805BB5871729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3377968568" sldId="258"/>
            <ac:spMk id="58" creationId="{1FE3FA30-FFB3-A7EC-0225-3D57B338AE38}"/>
          </ac:spMkLst>
        </pc:spChg>
        <pc:spChg chg="add mod">
          <ac:chgData name="Seawright, Tyler" userId="0d679dc6-d022-4613-aaa8-d4a403513003" providerId="ADAL" clId="{9A4E228E-C9CB-4D68-8F50-85F219FE29E6}" dt="2025-10-09T22:42:30.260" v="3193" actId="164"/>
          <ac:spMkLst>
            <pc:docMk/>
            <pc:sldMk cId="3377968568" sldId="258"/>
            <ac:spMk id="59" creationId="{2B7CA3AA-1C8F-4D93-1A64-0F041F4FDDCA}"/>
          </ac:spMkLst>
        </pc:spChg>
        <pc:grpChg chg="mod">
          <ac:chgData name="Seawright, Tyler" userId="0d679dc6-d022-4613-aaa8-d4a403513003" providerId="ADAL" clId="{9A4E228E-C9CB-4D68-8F50-85F219FE29E6}" dt="2025-10-09T22:51:07.403" v="3713" actId="1076"/>
          <ac:grpSpMkLst>
            <pc:docMk/>
            <pc:sldMk cId="3377968568" sldId="258"/>
            <ac:grpSpMk id="49" creationId="{F0D80B7E-A42C-FD20-2C3C-09C5DA12F560}"/>
          </ac:grpSpMkLst>
        </pc:grpChg>
        <pc:grpChg chg="add mod">
          <ac:chgData name="Seawright, Tyler" userId="0d679dc6-d022-4613-aaa8-d4a403513003" providerId="ADAL" clId="{9A4E228E-C9CB-4D68-8F50-85F219FE29E6}" dt="2025-10-09T22:42:52.051" v="3197" actId="164"/>
          <ac:grpSpMkLst>
            <pc:docMk/>
            <pc:sldMk cId="3377968568" sldId="258"/>
            <ac:grpSpMk id="60" creationId="{14FB22B1-E6AE-7890-6097-24E9979F2766}"/>
          </ac:grpSpMkLst>
        </pc:grpChg>
        <pc:grpChg chg="add mod">
          <ac:chgData name="Seawright, Tyler" userId="0d679dc6-d022-4613-aaa8-d4a403513003" providerId="ADAL" clId="{9A4E228E-C9CB-4D68-8F50-85F219FE29E6}" dt="2025-10-09T22:51:04.011" v="3712" actId="1076"/>
          <ac:grpSpMkLst>
            <pc:docMk/>
            <pc:sldMk cId="3377968568" sldId="258"/>
            <ac:grpSpMk id="61" creationId="{88D88EBF-8C6F-8D55-FEA4-5EAF339B5208}"/>
          </ac:grpSpMkLst>
        </pc:grpChg>
        <pc:picChg chg="add mod">
          <ac:chgData name="Seawright, Tyler" userId="0d679dc6-d022-4613-aaa8-d4a403513003" providerId="ADAL" clId="{9A4E228E-C9CB-4D68-8F50-85F219FE29E6}" dt="2025-10-09T22:42:52.051" v="3197" actId="164"/>
          <ac:picMkLst>
            <pc:docMk/>
            <pc:sldMk cId="3377968568" sldId="258"/>
            <ac:picMk id="50" creationId="{9611FC94-7C86-0F9A-2A4B-EDA889BC0997}"/>
          </ac:picMkLst>
        </pc:picChg>
        <pc:picChg chg="add mod">
          <ac:chgData name="Seawright, Tyler" userId="0d679dc6-d022-4613-aaa8-d4a403513003" providerId="ADAL" clId="{9A4E228E-C9CB-4D68-8F50-85F219FE29E6}" dt="2025-10-09T22:42:52.051" v="3197" actId="164"/>
          <ac:picMkLst>
            <pc:docMk/>
            <pc:sldMk cId="3377968568" sldId="258"/>
            <ac:picMk id="51" creationId="{6F02C73E-A6E0-FC9F-C1C8-9FB7BCC24570}"/>
          </ac:picMkLst>
        </pc:picChg>
        <pc:picChg chg="add mod">
          <ac:chgData name="Seawright, Tyler" userId="0d679dc6-d022-4613-aaa8-d4a403513003" providerId="ADAL" clId="{9A4E228E-C9CB-4D68-8F50-85F219FE29E6}" dt="2025-10-09T22:42:52.051" v="3197" actId="164"/>
          <ac:picMkLst>
            <pc:docMk/>
            <pc:sldMk cId="3377968568" sldId="258"/>
            <ac:picMk id="52" creationId="{38A7A422-E41A-9D1B-8C24-0F9B801B1223}"/>
          </ac:picMkLst>
        </pc:picChg>
        <pc:picChg chg="add mod">
          <ac:chgData name="Seawright, Tyler" userId="0d679dc6-d022-4613-aaa8-d4a403513003" providerId="ADAL" clId="{9A4E228E-C9CB-4D68-8F50-85F219FE29E6}" dt="2025-10-09T22:42:30.260" v="3193" actId="164"/>
          <ac:picMkLst>
            <pc:docMk/>
            <pc:sldMk cId="3377968568" sldId="258"/>
            <ac:picMk id="56" creationId="{9A603C8D-5A5C-FC98-F224-284058050D56}"/>
          </ac:picMkLst>
        </pc:picChg>
      </pc:sldChg>
      <pc:sldChg chg="addSp delSp modSp new mod">
        <pc:chgData name="Seawright, Tyler" userId="0d679dc6-d022-4613-aaa8-d4a403513003" providerId="ADAL" clId="{9A4E228E-C9CB-4D68-8F50-85F219FE29E6}" dt="2025-10-22T19:27:42.337" v="4725"/>
        <pc:sldMkLst>
          <pc:docMk/>
          <pc:sldMk cId="121372609" sldId="259"/>
        </pc:sldMkLst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4" creationId="{99B77015-C3B4-A3F7-A75F-4BDC74FDC519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5" creationId="{0039C14B-8DB2-D0F9-4F49-766D4684486E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6" creationId="{6AA95D1E-14A4-6B63-9084-6FC4A84914C4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12" creationId="{DAD1ED3B-923B-A824-A726-11FD7541046B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14" creationId="{FC1A7754-2352-69C2-04B3-D8A268640E84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15" creationId="{26EBEC51-9A76-B0C0-50C0-BB635E9C70C7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16" creationId="{1B0FB898-38EC-DD6F-A62D-BED65463427C}"/>
          </ac:spMkLst>
        </pc:spChg>
        <pc:spChg chg="add mod">
          <ac:chgData name="Seawright, Tyler" userId="0d679dc6-d022-4613-aaa8-d4a403513003" providerId="ADAL" clId="{9A4E228E-C9CB-4D68-8F50-85F219FE29E6}" dt="2025-10-22T19:27:42.337" v="4725"/>
          <ac:spMkLst>
            <pc:docMk/>
            <pc:sldMk cId="121372609" sldId="259"/>
            <ac:spMk id="19" creationId="{4436898E-466F-AB3C-E52E-EB774E2BA47D}"/>
          </ac:spMkLst>
        </pc:spChg>
        <pc:picChg chg="add mod">
          <ac:chgData name="Seawright, Tyler" userId="0d679dc6-d022-4613-aaa8-d4a403513003" providerId="ADAL" clId="{9A4E228E-C9CB-4D68-8F50-85F219FE29E6}" dt="2025-10-22T19:27:42.337" v="4725"/>
          <ac:picMkLst>
            <pc:docMk/>
            <pc:sldMk cId="121372609" sldId="259"/>
            <ac:picMk id="7" creationId="{34F46BD1-D0C5-6003-EB15-E360FAE25158}"/>
          </ac:picMkLst>
        </pc:picChg>
        <pc:picChg chg="add mod">
          <ac:chgData name="Seawright, Tyler" userId="0d679dc6-d022-4613-aaa8-d4a403513003" providerId="ADAL" clId="{9A4E228E-C9CB-4D68-8F50-85F219FE29E6}" dt="2025-10-09T22:52:51.388" v="3724" actId="164"/>
          <ac:picMkLst>
            <pc:docMk/>
            <pc:sldMk cId="121372609" sldId="259"/>
            <ac:picMk id="8" creationId="{986A0CF8-C52A-8B19-1931-7C0100103490}"/>
          </ac:picMkLst>
        </pc:picChg>
        <pc:picChg chg="add mod">
          <ac:chgData name="Seawright, Tyler" userId="0d679dc6-d022-4613-aaa8-d4a403513003" providerId="ADAL" clId="{9A4E228E-C9CB-4D68-8F50-85F219FE29E6}" dt="2025-10-09T22:52:27.835" v="3720" actId="1076"/>
          <ac:picMkLst>
            <pc:docMk/>
            <pc:sldMk cId="121372609" sldId="259"/>
            <ac:picMk id="9" creationId="{E9434F12-4E8D-70E1-9FFC-5987D7E4BF13}"/>
          </ac:picMkLst>
        </pc:picChg>
        <pc:picChg chg="add mod">
          <ac:chgData name="Seawright, Tyler" userId="0d679dc6-d022-4613-aaa8-d4a403513003" providerId="ADAL" clId="{9A4E228E-C9CB-4D68-8F50-85F219FE29E6}" dt="2025-10-09T22:52:35" v="3722" actId="1076"/>
          <ac:picMkLst>
            <pc:docMk/>
            <pc:sldMk cId="121372609" sldId="259"/>
            <ac:picMk id="10" creationId="{AE849303-4CD0-7038-365F-AE88AEE27C22}"/>
          </ac:picMkLst>
        </pc:picChg>
        <pc:picChg chg="add mod">
          <ac:chgData name="Seawright, Tyler" userId="0d679dc6-d022-4613-aaa8-d4a403513003" providerId="ADAL" clId="{9A4E228E-C9CB-4D68-8F50-85F219FE29E6}" dt="2025-10-22T19:27:42.337" v="4725"/>
          <ac:picMkLst>
            <pc:docMk/>
            <pc:sldMk cId="121372609" sldId="259"/>
            <ac:picMk id="11" creationId="{5A0F43D9-951C-87FC-0092-8A6FC3C4B789}"/>
          </ac:picMkLst>
        </pc:picChg>
        <pc:picChg chg="add mod">
          <ac:chgData name="Seawright, Tyler" userId="0d679dc6-d022-4613-aaa8-d4a403513003" providerId="ADAL" clId="{9A4E228E-C9CB-4D68-8F50-85F219FE29E6}" dt="2025-10-09T22:52:35" v="3722" actId="1076"/>
          <ac:picMkLst>
            <pc:docMk/>
            <pc:sldMk cId="121372609" sldId="259"/>
            <ac:picMk id="13" creationId="{8A1CA3EB-3589-9DCB-887E-C556AA276B3E}"/>
          </ac:picMkLst>
        </pc:picChg>
        <pc:picChg chg="add mod">
          <ac:chgData name="Seawright, Tyler" userId="0d679dc6-d022-4613-aaa8-d4a403513003" providerId="ADAL" clId="{9A4E228E-C9CB-4D68-8F50-85F219FE29E6}" dt="2025-10-09T22:52:35" v="3722" actId="1076"/>
          <ac:picMkLst>
            <pc:docMk/>
            <pc:sldMk cId="121372609" sldId="259"/>
            <ac:picMk id="18" creationId="{888F2414-DE8D-E901-608A-C123E2371544}"/>
          </ac:picMkLst>
        </pc:picChg>
        <pc:cxnChg chg="add mod">
          <ac:chgData name="Seawright, Tyler" userId="0d679dc6-d022-4613-aaa8-d4a403513003" providerId="ADAL" clId="{9A4E228E-C9CB-4D68-8F50-85F219FE29E6}" dt="2025-10-09T22:52:38.714" v="3723" actId="14100"/>
          <ac:cxnSpMkLst>
            <pc:docMk/>
            <pc:sldMk cId="121372609" sldId="259"/>
            <ac:cxnSpMk id="20" creationId="{C8784086-00C7-505E-AC18-2B55D7E6C020}"/>
          </ac:cxnSpMkLst>
        </pc:cxnChg>
      </pc:sldChg>
      <pc:sldChg chg="addSp delSp modSp add mod modNotes">
        <pc:chgData name="Seawright, Tyler" userId="0d679dc6-d022-4613-aaa8-d4a403513003" providerId="ADAL" clId="{9A4E228E-C9CB-4D68-8F50-85F219FE29E6}" dt="2025-10-22T19:30:31.124" v="4766" actId="1076"/>
        <pc:sldMkLst>
          <pc:docMk/>
          <pc:sldMk cId="99088973" sldId="260"/>
        </pc:sldMkLst>
        <pc:spChg chg="mod">
          <ac:chgData name="Seawright, Tyler" userId="0d679dc6-d022-4613-aaa8-d4a403513003" providerId="ADAL" clId="{9A4E228E-C9CB-4D68-8F50-85F219FE29E6}" dt="2025-10-22T19:28:52.291" v="4746" actId="14100"/>
          <ac:spMkLst>
            <pc:docMk/>
            <pc:sldMk cId="99088973" sldId="260"/>
            <ac:spMk id="2" creationId="{8DF55421-00CB-6B63-2F05-BFF4C978AF6D}"/>
          </ac:spMkLst>
        </pc:spChg>
        <pc:spChg chg="del mod topLvl">
          <ac:chgData name="Seawright, Tyler" userId="0d679dc6-d022-4613-aaa8-d4a403513003" providerId="ADAL" clId="{9A4E228E-C9CB-4D68-8F50-85F219FE29E6}" dt="2025-10-22T19:12:35.020" v="4692" actId="478"/>
          <ac:spMkLst>
            <pc:docMk/>
            <pc:sldMk cId="99088973" sldId="260"/>
            <ac:spMk id="53" creationId="{ED65F7A9-4DE5-5E00-A823-572E537F6B7D}"/>
          </ac:spMkLst>
        </pc:spChg>
        <pc:spChg chg="mod">
          <ac:chgData name="Seawright, Tyler" userId="0d679dc6-d022-4613-aaa8-d4a403513003" providerId="ADAL" clId="{9A4E228E-C9CB-4D68-8F50-85F219FE29E6}" dt="2025-10-22T19:27:46.483" v="4733" actId="1076"/>
          <ac:spMkLst>
            <pc:docMk/>
            <pc:sldMk cId="99088973" sldId="260"/>
            <ac:spMk id="94" creationId="{8209BDDD-C97E-DD5C-58B7-EF7781FEA73C}"/>
          </ac:spMkLst>
        </pc:spChg>
        <pc:spChg chg="mod">
          <ac:chgData name="Seawright, Tyler" userId="0d679dc6-d022-4613-aaa8-d4a403513003" providerId="ADAL" clId="{9A4E228E-C9CB-4D68-8F50-85F219FE29E6}" dt="2025-10-22T19:27:46.483" v="4733" actId="1076"/>
          <ac:spMkLst>
            <pc:docMk/>
            <pc:sldMk cId="99088973" sldId="260"/>
            <ac:spMk id="95" creationId="{24FE0E81-02FC-ED54-E22F-F9722776B3FE}"/>
          </ac:spMkLst>
        </pc:spChg>
        <pc:spChg chg="mod">
          <ac:chgData name="Seawright, Tyler" userId="0d679dc6-d022-4613-aaa8-d4a403513003" providerId="ADAL" clId="{9A4E228E-C9CB-4D68-8F50-85F219FE29E6}" dt="2025-10-22T19:27:46.483" v="4733" actId="1076"/>
          <ac:spMkLst>
            <pc:docMk/>
            <pc:sldMk cId="99088973" sldId="260"/>
            <ac:spMk id="100" creationId="{F0E7B6E6-F379-4872-FBAE-75A72B9BC258}"/>
          </ac:spMkLst>
        </pc:spChg>
        <pc:spChg chg="mod">
          <ac:chgData name="Seawright, Tyler" userId="0d679dc6-d022-4613-aaa8-d4a403513003" providerId="ADAL" clId="{9A4E228E-C9CB-4D68-8F50-85F219FE29E6}" dt="2025-10-22T19:27:46.483" v="4733" actId="1076"/>
          <ac:spMkLst>
            <pc:docMk/>
            <pc:sldMk cId="99088973" sldId="260"/>
            <ac:spMk id="114" creationId="{394BB4AE-FA42-DFF1-2333-A82FDA552E5D}"/>
          </ac:spMkLst>
        </pc:spChg>
        <pc:spChg chg="mod">
          <ac:chgData name="Seawright, Tyler" userId="0d679dc6-d022-4613-aaa8-d4a403513003" providerId="ADAL" clId="{9A4E228E-C9CB-4D68-8F50-85F219FE29E6}" dt="2025-10-22T19:27:46.483" v="4733" actId="1076"/>
          <ac:spMkLst>
            <pc:docMk/>
            <pc:sldMk cId="99088973" sldId="260"/>
            <ac:spMk id="115" creationId="{BEBE2D98-EF19-136E-8394-8027B67D614B}"/>
          </ac:spMkLst>
        </pc:spChg>
        <pc:spChg chg="mod">
          <ac:chgData name="Seawright, Tyler" userId="0d679dc6-d022-4613-aaa8-d4a403513003" providerId="ADAL" clId="{9A4E228E-C9CB-4D68-8F50-85F219FE29E6}" dt="2025-10-22T19:27:46.483" v="4733" actId="1076"/>
          <ac:spMkLst>
            <pc:docMk/>
            <pc:sldMk cId="99088973" sldId="260"/>
            <ac:spMk id="116" creationId="{67966CC3-373E-A4BE-5BF8-CCC76D5273C8}"/>
          </ac:spMkLst>
        </pc:spChg>
        <pc:spChg chg="mod">
          <ac:chgData name="Seawright, Tyler" userId="0d679dc6-d022-4613-aaa8-d4a403513003" providerId="ADAL" clId="{9A4E228E-C9CB-4D68-8F50-85F219FE29E6}" dt="2025-10-22T19:27:46.483" v="4733" actId="1076"/>
          <ac:spMkLst>
            <pc:docMk/>
            <pc:sldMk cId="99088973" sldId="260"/>
            <ac:spMk id="122" creationId="{7C9C1A0E-8374-C83A-0B02-2CD922A49549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26" creationId="{49F22360-4E4A-0884-BE97-9F5902BD1553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32" creationId="{99B0F059-E074-51CD-519D-799B7E047863}"/>
          </ac:spMkLst>
        </pc:spChg>
        <pc:spChg chg="mod">
          <ac:chgData name="Seawright, Tyler" userId="0d679dc6-d022-4613-aaa8-d4a403513003" providerId="ADAL" clId="{9A4E228E-C9CB-4D68-8F50-85F219FE29E6}" dt="2025-10-22T19:30:19.168" v="4762" actId="1076"/>
          <ac:spMkLst>
            <pc:docMk/>
            <pc:sldMk cId="99088973" sldId="260"/>
            <ac:spMk id="160" creationId="{BE338C40-F2D1-FF09-79DE-088E1254D1BF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84" creationId="{7005279A-9DE2-C3C0-2197-0A71DA1FCD8E}"/>
          </ac:spMkLst>
        </pc:spChg>
        <pc:spChg chg="mod topLvl">
          <ac:chgData name="Seawright, Tyler" userId="0d679dc6-d022-4613-aaa8-d4a403513003" providerId="ADAL" clId="{9A4E228E-C9CB-4D68-8F50-85F219FE29E6}" dt="2025-10-22T19:28:27.549" v="4739" actId="1076"/>
          <ac:spMkLst>
            <pc:docMk/>
            <pc:sldMk cId="99088973" sldId="260"/>
            <ac:spMk id="237" creationId="{0A43489D-FD15-5930-DAB6-293427587EF7}"/>
          </ac:spMkLst>
        </pc:spChg>
        <pc:spChg chg="del">
          <ac:chgData name="Seawright, Tyler" userId="0d679dc6-d022-4613-aaa8-d4a403513003" providerId="ADAL" clId="{9A4E228E-C9CB-4D68-8F50-85F219FE29E6}" dt="2025-10-22T19:13:31.267" v="4701" actId="478"/>
          <ac:spMkLst>
            <pc:docMk/>
            <pc:sldMk cId="99088973" sldId="260"/>
            <ac:spMk id="241" creationId="{19164673-44C4-24C2-378C-8039E00EF1DB}"/>
          </ac:spMkLst>
        </pc:spChg>
        <pc:spChg chg="mod">
          <ac:chgData name="Seawright, Tyler" userId="0d679dc6-d022-4613-aaa8-d4a403513003" providerId="ADAL" clId="{9A4E228E-C9CB-4D68-8F50-85F219FE29E6}" dt="2025-10-22T19:10:20.338" v="4673" actId="164"/>
          <ac:spMkLst>
            <pc:docMk/>
            <pc:sldMk cId="99088973" sldId="260"/>
            <ac:spMk id="254" creationId="{46187607-A20E-BC88-BFFB-FC2A5D75B4A2}"/>
          </ac:spMkLst>
        </pc:spChg>
        <pc:spChg chg="mod">
          <ac:chgData name="Seawright, Tyler" userId="0d679dc6-d022-4613-aaa8-d4a403513003" providerId="ADAL" clId="{9A4E228E-C9CB-4D68-8F50-85F219FE29E6}" dt="2025-10-22T19:11:24.688" v="4682" actId="14100"/>
          <ac:spMkLst>
            <pc:docMk/>
            <pc:sldMk cId="99088973" sldId="260"/>
            <ac:spMk id="268" creationId="{C235B62B-762B-7864-7E9D-6B8497019C43}"/>
          </ac:spMkLst>
        </pc:spChg>
        <pc:spChg chg="mod topLvl">
          <ac:chgData name="Seawright, Tyler" userId="0d679dc6-d022-4613-aaa8-d4a403513003" providerId="ADAL" clId="{9A4E228E-C9CB-4D68-8F50-85F219FE29E6}" dt="2025-10-22T19:28:46.854" v="4745" actId="14100"/>
          <ac:spMkLst>
            <pc:docMk/>
            <pc:sldMk cId="99088973" sldId="260"/>
            <ac:spMk id="272" creationId="{ABC20FA5-7225-B35D-0C22-D44D13931BE4}"/>
          </ac:spMkLst>
        </pc:spChg>
        <pc:spChg chg="mod topLvl">
          <ac:chgData name="Seawright, Tyler" userId="0d679dc6-d022-4613-aaa8-d4a403513003" providerId="ADAL" clId="{9A4E228E-C9CB-4D68-8F50-85F219FE29E6}" dt="2025-10-22T19:28:44.136" v="4744" actId="1076"/>
          <ac:spMkLst>
            <pc:docMk/>
            <pc:sldMk cId="99088973" sldId="260"/>
            <ac:spMk id="281" creationId="{0400A46A-A8E4-178F-7FD4-257FDB9A45FE}"/>
          </ac:spMkLst>
        </pc:spChg>
        <pc:spChg chg="del mod">
          <ac:chgData name="Seawright, Tyler" userId="0d679dc6-d022-4613-aaa8-d4a403513003" providerId="ADAL" clId="{9A4E228E-C9CB-4D68-8F50-85F219FE29E6}" dt="2025-10-22T19:13:28.949" v="4700" actId="478"/>
          <ac:spMkLst>
            <pc:docMk/>
            <pc:sldMk cId="99088973" sldId="260"/>
            <ac:spMk id="282" creationId="{9EB49980-779F-E4DB-B9CC-1BCBA5BB4CB2}"/>
          </ac:spMkLst>
        </pc:spChg>
        <pc:spChg chg="mod topLvl">
          <ac:chgData name="Seawright, Tyler" userId="0d679dc6-d022-4613-aaa8-d4a403513003" providerId="ADAL" clId="{9A4E228E-C9CB-4D68-8F50-85F219FE29E6}" dt="2025-10-22T19:12:24.349" v="4690" actId="165"/>
          <ac:spMkLst>
            <pc:docMk/>
            <pc:sldMk cId="99088973" sldId="260"/>
            <ac:spMk id="283" creationId="{A7CC92E0-F619-9D87-9B07-DEBACD35356A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284" creationId="{05687641-EC19-106D-3439-7D7617E7EF94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028" creationId="{F0D21817-1EDB-1475-4E21-CF1F74D641FA}"/>
          </ac:spMkLst>
        </pc:spChg>
        <pc:spChg chg="mod">
          <ac:chgData name="Seawright, Tyler" userId="0d679dc6-d022-4613-aaa8-d4a403513003" providerId="ADAL" clId="{9A4E228E-C9CB-4D68-8F50-85F219FE29E6}" dt="2025-10-22T19:29:50.258" v="4755" actId="1076"/>
          <ac:spMkLst>
            <pc:docMk/>
            <pc:sldMk cId="99088973" sldId="260"/>
            <ac:spMk id="1033" creationId="{B0A3C31F-2C3F-B3FA-DB02-79B15493245D}"/>
          </ac:spMkLst>
        </pc:spChg>
        <pc:spChg chg="add del mod topLvl">
          <ac:chgData name="Seawright, Tyler" userId="0d679dc6-d022-4613-aaa8-d4a403513003" providerId="ADAL" clId="{9A4E228E-C9CB-4D68-8F50-85F219FE29E6}" dt="2025-10-22T19:29:59.338" v="4759" actId="478"/>
          <ac:spMkLst>
            <pc:docMk/>
            <pc:sldMk cId="99088973" sldId="260"/>
            <ac:spMk id="1035" creationId="{E09BF1F5-A943-EB42-6DE5-DE51EA79E9E6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091" creationId="{140CB974-80EB-A04C-E0B9-B294F3DA5385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113" creationId="{8586A809-083F-BF3D-B525-DC6D336C807C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180" creationId="{6A3A9D3B-8A82-FA6E-B161-B1BDB40890DE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198" creationId="{6694DD02-2348-F4B2-7D58-7B79E6F8E9F1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k cId="99088973" sldId="260"/>
            <ac:spMk id="1205" creationId="{03766208-42EE-3804-1A40-FE91FD77307E}"/>
          </ac:spMkLst>
        </pc:spChg>
        <pc:grpChg chg="add mod">
          <ac:chgData name="Seawright, Tyler" userId="0d679dc6-d022-4613-aaa8-d4a403513003" providerId="ADAL" clId="{9A4E228E-C9CB-4D68-8F50-85F219FE29E6}" dt="2025-10-22T19:13:43.448" v="4704" actId="164"/>
          <ac:grpSpMkLst>
            <pc:docMk/>
            <pc:sldMk cId="99088973" sldId="260"/>
            <ac:grpSpMk id="6" creationId="{B81CB5B1-13C4-7484-BDF8-77A2CAD12261}"/>
          </ac:grpSpMkLst>
        </pc:grpChg>
        <pc:grpChg chg="add mod">
          <ac:chgData name="Seawright, Tyler" userId="0d679dc6-d022-4613-aaa8-d4a403513003" providerId="ADAL" clId="{9A4E228E-C9CB-4D68-8F50-85F219FE29E6}" dt="2025-10-22T19:13:43.448" v="4704" actId="164"/>
          <ac:grpSpMkLst>
            <pc:docMk/>
            <pc:sldMk cId="99088973" sldId="260"/>
            <ac:grpSpMk id="7" creationId="{76B9AC97-FB8D-7D7A-07AC-DC4062726FBC}"/>
          </ac:grpSpMkLst>
        </pc:grpChg>
        <pc:grpChg chg="add mod">
          <ac:chgData name="Seawright, Tyler" userId="0d679dc6-d022-4613-aaa8-d4a403513003" providerId="ADAL" clId="{9A4E228E-C9CB-4D68-8F50-85F219FE29E6}" dt="2025-10-22T19:10:20.338" v="4673" actId="164"/>
          <ac:grpSpMkLst>
            <pc:docMk/>
            <pc:sldMk cId="99088973" sldId="260"/>
            <ac:grpSpMk id="8" creationId="{F5131408-77C4-4D04-C688-E1D2C08D8D5B}"/>
          </ac:grpSpMkLst>
        </pc:grpChg>
        <pc:grpChg chg="add mod">
          <ac:chgData name="Seawright, Tyler" userId="0d679dc6-d022-4613-aaa8-d4a403513003" providerId="ADAL" clId="{9A4E228E-C9CB-4D68-8F50-85F219FE29E6}" dt="2025-10-22T19:10:19.529" v="4671" actId="688"/>
          <ac:grpSpMkLst>
            <pc:docMk/>
            <pc:sldMk cId="99088973" sldId="260"/>
            <ac:grpSpMk id="9" creationId="{DF83C2BB-5DD0-E286-94BC-986FC7714F2C}"/>
          </ac:grpSpMkLst>
        </pc:grpChg>
        <pc:grpChg chg="add mod">
          <ac:chgData name="Seawright, Tyler" userId="0d679dc6-d022-4613-aaa8-d4a403513003" providerId="ADAL" clId="{9A4E228E-C9CB-4D68-8F50-85F219FE29E6}" dt="2025-10-22T19:27:46.483" v="4733" actId="1076"/>
          <ac:grpSpMkLst>
            <pc:docMk/>
            <pc:sldMk cId="99088973" sldId="260"/>
            <ac:grpSpMk id="10" creationId="{10A54DF4-61BA-9E8F-8C6F-C8130DEFB09B}"/>
          </ac:grpSpMkLst>
        </pc:grpChg>
        <pc:grpChg chg="add mod">
          <ac:chgData name="Seawright, Tyler" userId="0d679dc6-d022-4613-aaa8-d4a403513003" providerId="ADAL" clId="{9A4E228E-C9CB-4D68-8F50-85F219FE29E6}" dt="2025-10-22T19:10:48.564" v="4675" actId="164"/>
          <ac:grpSpMkLst>
            <pc:docMk/>
            <pc:sldMk cId="99088973" sldId="260"/>
            <ac:grpSpMk id="11" creationId="{58DAF65F-B461-DB5F-751D-929AFF758195}"/>
          </ac:grpSpMkLst>
        </pc:grpChg>
        <pc:grpChg chg="add mod">
          <ac:chgData name="Seawright, Tyler" userId="0d679dc6-d022-4613-aaa8-d4a403513003" providerId="ADAL" clId="{9A4E228E-C9CB-4D68-8F50-85F219FE29E6}" dt="2025-10-22T19:28:11.811" v="4737" actId="14100"/>
          <ac:grpSpMkLst>
            <pc:docMk/>
            <pc:sldMk cId="99088973" sldId="260"/>
            <ac:grpSpMk id="18" creationId="{7CCFA171-45B8-E3E6-036C-F33791AB908E}"/>
          </ac:grpSpMkLst>
        </pc:grpChg>
        <pc:grpChg chg="del">
          <ac:chgData name="Seawright, Tyler" userId="0d679dc6-d022-4613-aaa8-d4a403513003" providerId="ADAL" clId="{9A4E228E-C9CB-4D68-8F50-85F219FE29E6}" dt="2025-10-22T19:08:39.615" v="4652" actId="165"/>
          <ac:grpSpMkLst>
            <pc:docMk/>
            <pc:sldMk cId="99088973" sldId="260"/>
            <ac:grpSpMk id="54" creationId="{146C4B72-ACDA-720E-F158-871AA27B2538}"/>
          </ac:grpSpMkLst>
        </pc:grpChg>
        <pc:grpChg chg="mod topLvl">
          <ac:chgData name="Seawright, Tyler" userId="0d679dc6-d022-4613-aaa8-d4a403513003" providerId="ADAL" clId="{9A4E228E-C9CB-4D68-8F50-85F219FE29E6}" dt="2025-10-22T19:10:43.477" v="4674" actId="164"/>
          <ac:grpSpMkLst>
            <pc:docMk/>
            <pc:sldMk cId="99088973" sldId="260"/>
            <ac:grpSpMk id="93" creationId="{C998BA4E-BAE7-718D-4699-75298577B4F4}"/>
          </ac:grpSpMkLst>
        </pc:grpChg>
        <pc:grpChg chg="mod">
          <ac:chgData name="Seawright, Tyler" userId="0d679dc6-d022-4613-aaa8-d4a403513003" providerId="ADAL" clId="{9A4E228E-C9CB-4D68-8F50-85F219FE29E6}" dt="2025-10-22T19:27:46.483" v="4733" actId="1076"/>
          <ac:grpSpMkLst>
            <pc:docMk/>
            <pc:sldMk cId="99088973" sldId="260"/>
            <ac:grpSpMk id="105" creationId="{A17B2DE2-A071-B5DE-FA98-2B8F75CB2F7C}"/>
          </ac:grpSpMkLst>
        </pc:grpChg>
        <pc:grpChg chg="add del mod">
          <ac:chgData name="Seawright, Tyler" userId="0d679dc6-d022-4613-aaa8-d4a403513003" providerId="ADAL" clId="{9A4E228E-C9CB-4D68-8F50-85F219FE29E6}" dt="2025-10-22T19:29:59.338" v="4759" actId="478"/>
          <ac:grpSpMkLst>
            <pc:docMk/>
            <pc:sldMk cId="99088973" sldId="260"/>
            <ac:grpSpMk id="264" creationId="{C7B3EB1D-9B83-D595-232E-FDE6EB572B39}"/>
          </ac:grpSpMkLst>
        </pc:grpChg>
        <pc:grpChg chg="mod topLvl">
          <ac:chgData name="Seawright, Tyler" userId="0d679dc6-d022-4613-aaa8-d4a403513003" providerId="ADAL" clId="{9A4E228E-C9CB-4D68-8F50-85F219FE29E6}" dt="2025-10-22T19:29:59.338" v="4759" actId="478"/>
          <ac:grpSpMkLst>
            <pc:docMk/>
            <pc:sldMk cId="99088973" sldId="260"/>
            <ac:grpSpMk id="1036" creationId="{C9B35567-B948-B591-DB11-D4031B2BBC3D}"/>
          </ac:grpSpMkLst>
        </pc:grpChg>
        <pc:graphicFrameChg chg="modGraphic">
          <ac:chgData name="Seawright, Tyler" userId="0d679dc6-d022-4613-aaa8-d4a403513003" providerId="ADAL" clId="{9A4E228E-C9CB-4D68-8F50-85F219FE29E6}" dt="2025-10-22T19:26:09.680" v="4723" actId="14100"/>
          <ac:graphicFrameMkLst>
            <pc:docMk/>
            <pc:sldMk cId="99088973" sldId="260"/>
            <ac:graphicFrameMk id="1032" creationId="{7A6C3E76-F476-43DB-0288-4EDEBCE6DED5}"/>
          </ac:graphicFrameMkLst>
        </pc:graphicFrameChg>
        <pc:picChg chg="mod">
          <ac:chgData name="Seawright, Tyler" userId="0d679dc6-d022-4613-aaa8-d4a403513003" providerId="ADAL" clId="{9A4E228E-C9CB-4D68-8F50-85F219FE29E6}" dt="2025-10-22T19:27:46.483" v="4733" actId="1076"/>
          <ac:picMkLst>
            <pc:docMk/>
            <pc:sldMk cId="99088973" sldId="260"/>
            <ac:picMk id="107" creationId="{50984A34-6B63-ABFC-E64B-BEC64B85B488}"/>
          </ac:picMkLst>
        </pc:picChg>
        <pc:cxnChg chg="add del mod">
          <ac:chgData name="Seawright, Tyler" userId="0d679dc6-d022-4613-aaa8-d4a403513003" providerId="ADAL" clId="{9A4E228E-C9CB-4D68-8F50-85F219FE29E6}" dt="2025-10-22T19:11:14.133" v="4680" actId="478"/>
          <ac:cxnSpMkLst>
            <pc:docMk/>
            <pc:sldMk cId="99088973" sldId="260"/>
            <ac:cxnSpMk id="5" creationId="{89A5DA68-04A5-1D69-0671-F9EFCF63B6C5}"/>
          </ac:cxnSpMkLst>
        </pc:cxnChg>
        <pc:cxnChg chg="add mod">
          <ac:chgData name="Seawright, Tyler" userId="0d679dc6-d022-4613-aaa8-d4a403513003" providerId="ADAL" clId="{9A4E228E-C9CB-4D68-8F50-85F219FE29E6}" dt="2025-10-22T19:13:43.448" v="4704" actId="164"/>
          <ac:cxnSpMkLst>
            <pc:docMk/>
            <pc:sldMk cId="99088973" sldId="260"/>
            <ac:cxnSpMk id="14" creationId="{447F7FED-2970-7631-6C19-F2C2E028A1E7}"/>
          </ac:cxnSpMkLst>
        </pc:cxnChg>
        <pc:cxnChg chg="mod">
          <ac:chgData name="Seawright, Tyler" userId="0d679dc6-d022-4613-aaa8-d4a403513003" providerId="ADAL" clId="{9A4E228E-C9CB-4D68-8F50-85F219FE29E6}" dt="2025-10-22T19:30:17.041" v="4761" actId="14100"/>
          <ac:cxnSpMkLst>
            <pc:docMk/>
            <pc:sldMk cId="99088973" sldId="260"/>
            <ac:cxnSpMk id="157" creationId="{EEFB195E-B14D-EF95-3523-1F404C261C20}"/>
          </ac:cxnSpMkLst>
        </pc:cxnChg>
        <pc:cxnChg chg="mod">
          <ac:chgData name="Seawright, Tyler" userId="0d679dc6-d022-4613-aaa8-d4a403513003" providerId="ADAL" clId="{9A4E228E-C9CB-4D68-8F50-85F219FE29E6}" dt="2025-10-22T19:30:28.318" v="4765" actId="1076"/>
          <ac:cxnSpMkLst>
            <pc:docMk/>
            <pc:sldMk cId="99088973" sldId="260"/>
            <ac:cxnSpMk id="179" creationId="{BB5BA337-F591-2380-4CCA-DCFA5201E014}"/>
          </ac:cxnSpMkLst>
        </pc:cxnChg>
        <pc:cxnChg chg="mod">
          <ac:chgData name="Seawright, Tyler" userId="0d679dc6-d022-4613-aaa8-d4a403513003" providerId="ADAL" clId="{9A4E228E-C9CB-4D68-8F50-85F219FE29E6}" dt="2025-10-22T19:30:31.124" v="4766" actId="1076"/>
          <ac:cxnSpMkLst>
            <pc:docMk/>
            <pc:sldMk cId="99088973" sldId="260"/>
            <ac:cxnSpMk id="1031" creationId="{FF581954-7CD1-07FD-B94D-0BAA4EABEFE8}"/>
          </ac:cxnSpMkLst>
        </pc:cxnChg>
      </pc:sldChg>
      <pc:sldChg chg="addSp delSp modSp new del mod">
        <pc:chgData name="Seawright, Tyler" userId="0d679dc6-d022-4613-aaa8-d4a403513003" providerId="ADAL" clId="{9A4E228E-C9CB-4D68-8F50-85F219FE29E6}" dt="2025-10-22T19:01:15.953" v="4543" actId="680"/>
        <pc:sldMkLst>
          <pc:docMk/>
          <pc:sldMk cId="4183708471" sldId="260"/>
        </pc:sldMkLst>
        <pc:spChg chg="add del">
          <ac:chgData name="Seawright, Tyler" userId="0d679dc6-d022-4613-aaa8-d4a403513003" providerId="ADAL" clId="{9A4E228E-C9CB-4D68-8F50-85F219FE29E6}" dt="2025-10-22T19:01:15.630" v="4542" actId="478"/>
          <ac:spMkLst>
            <pc:docMk/>
            <pc:sldMk cId="4183708471" sldId="260"/>
            <ac:spMk id="2" creationId="{8C039A30-7B8F-4E43-512D-E7032FE1D52F}"/>
          </ac:spMkLst>
        </pc:spChg>
        <pc:spChg chg="add del">
          <ac:chgData name="Seawright, Tyler" userId="0d679dc6-d022-4613-aaa8-d4a403513003" providerId="ADAL" clId="{9A4E228E-C9CB-4D68-8F50-85F219FE29E6}" dt="2025-10-22T19:01:14.886" v="4541" actId="478"/>
          <ac:spMkLst>
            <pc:docMk/>
            <pc:sldMk cId="4183708471" sldId="260"/>
            <ac:spMk id="3" creationId="{22319771-0844-5470-0EBE-713CCDCCE204}"/>
          </ac:spMkLst>
        </pc:spChg>
        <pc:spChg chg="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12" creationId="{092782DD-52D7-DB23-6035-FF0792027B64}"/>
          </ac:spMkLst>
        </pc:spChg>
        <pc:spChg chg="add 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14" creationId="{8CB7A184-0273-214F-6893-A56A83B06501}"/>
          </ac:spMkLst>
        </pc:spChg>
        <pc:spChg chg="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19" creationId="{A1961235-D6EE-1745-E0AD-466119C544C6}"/>
          </ac:spMkLst>
        </pc:spChg>
        <pc:spChg chg="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21" creationId="{AC860C6B-51BB-F7D4-1583-DF7156AF1D2F}"/>
          </ac:spMkLst>
        </pc:spChg>
        <pc:spChg chg="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27" creationId="{53D03E86-3B20-6EB8-8D7E-5D417929C9EB}"/>
          </ac:spMkLst>
        </pc:spChg>
        <pc:spChg chg="add 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29" creationId="{0E1EDE7B-24EC-6790-BE7A-02E42ED14147}"/>
          </ac:spMkLst>
        </pc:spChg>
        <pc:spChg chg="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32" creationId="{F997BB12-1441-9D16-B9EA-8E53DFE0D6E0}"/>
          </ac:spMkLst>
        </pc:spChg>
        <pc:spChg chg="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33" creationId="{BAAA1976-3D81-B1E2-B43B-FB4E9C6CB25C}"/>
          </ac:spMkLst>
        </pc:spChg>
        <pc:spChg chg="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34" creationId="{B78CA54C-7A99-623F-276B-92CAC3466782}"/>
          </ac:spMkLst>
        </pc:spChg>
        <pc:spChg chg="add mod">
          <ac:chgData name="Seawright, Tyler" userId="0d679dc6-d022-4613-aaa8-d4a403513003" providerId="ADAL" clId="{9A4E228E-C9CB-4D68-8F50-85F219FE29E6}" dt="2025-10-22T19:00:40.170" v="4536"/>
          <ac:spMkLst>
            <pc:docMk/>
            <pc:sldMk cId="4183708471" sldId="260"/>
            <ac:spMk id="49" creationId="{D3A9ECCC-471B-8D1E-3DA9-C0F8136570F3}"/>
          </ac:spMkLst>
        </pc:spChg>
      </pc:sldChg>
      <pc:sldMasterChg chg="modSp modSldLayout">
        <pc:chgData name="Seawright, Tyler" userId="0d679dc6-d022-4613-aaa8-d4a403513003" providerId="ADAL" clId="{9A4E228E-C9CB-4D68-8F50-85F219FE29E6}" dt="2025-10-22T19:27:42.337" v="4725"/>
        <pc:sldMasterMkLst>
          <pc:docMk/>
          <pc:sldMasterMk cId="2048115742" sldId="2147483648"/>
        </pc:sldMasterMkLst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asterMk cId="2048115742" sldId="2147483648"/>
            <ac:spMk id="2" creationId="{73D6B564-9B22-7302-7CDB-292029709C88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asterMk cId="2048115742" sldId="2147483648"/>
            <ac:spMk id="3" creationId="{695A0020-305E-2D1E-43A1-31DC97D3E63D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asterMk cId="2048115742" sldId="2147483648"/>
            <ac:spMk id="4" creationId="{4B630157-9057-A5A7-343C-8EDBAD54DAA7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asterMk cId="2048115742" sldId="2147483648"/>
            <ac:spMk id="5" creationId="{89F30EC0-2EF7-E547-0039-09BCA6C482AF}"/>
          </ac:spMkLst>
        </pc:spChg>
        <pc:spChg chg="mod">
          <ac:chgData name="Seawright, Tyler" userId="0d679dc6-d022-4613-aaa8-d4a403513003" providerId="ADAL" clId="{9A4E228E-C9CB-4D68-8F50-85F219FE29E6}" dt="2025-10-22T19:27:42.337" v="4725"/>
          <ac:spMkLst>
            <pc:docMk/>
            <pc:sldMasterMk cId="2048115742" sldId="2147483648"/>
            <ac:spMk id="6" creationId="{51C0DBAC-3E36-BC99-B318-1935C8C03E99}"/>
          </ac:spMkLst>
        </pc:spChg>
        <pc:sldLayoutChg chg="modSp">
          <pc:chgData name="Seawright, Tyler" userId="0d679dc6-d022-4613-aaa8-d4a403513003" providerId="ADAL" clId="{9A4E228E-C9CB-4D68-8F50-85F219FE29E6}" dt="2025-10-22T19:27:42.337" v="4725"/>
          <pc:sldLayoutMkLst>
            <pc:docMk/>
            <pc:sldMasterMk cId="2048115742" sldId="2147483648"/>
            <pc:sldLayoutMk cId="1152092785" sldId="2147483649"/>
          </pc:sldLayoutMkLst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1152092785" sldId="2147483649"/>
              <ac:spMk id="2" creationId="{BB142DF6-0AD7-767A-E836-5126548E49EA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1152092785" sldId="2147483649"/>
              <ac:spMk id="3" creationId="{B8286A9B-6CA1-43FB-26D3-D975F52F98B6}"/>
            </ac:spMkLst>
          </pc:spChg>
        </pc:sldLayoutChg>
        <pc:sldLayoutChg chg="modSp">
          <pc:chgData name="Seawright, Tyler" userId="0d679dc6-d022-4613-aaa8-d4a403513003" providerId="ADAL" clId="{9A4E228E-C9CB-4D68-8F50-85F219FE29E6}" dt="2025-10-22T19:27:42.337" v="4725"/>
          <pc:sldLayoutMkLst>
            <pc:docMk/>
            <pc:sldMasterMk cId="2048115742" sldId="2147483648"/>
            <pc:sldLayoutMk cId="2802430923" sldId="2147483651"/>
          </pc:sldLayoutMkLst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2802430923" sldId="2147483651"/>
              <ac:spMk id="2" creationId="{A9E93D3B-1F4A-76D9-57C3-28CC399D9A9A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2802430923" sldId="2147483651"/>
              <ac:spMk id="3" creationId="{3B7A3B08-7371-AE9D-D2CF-99823213486D}"/>
            </ac:spMkLst>
          </pc:spChg>
        </pc:sldLayoutChg>
        <pc:sldLayoutChg chg="modSp">
          <pc:chgData name="Seawright, Tyler" userId="0d679dc6-d022-4613-aaa8-d4a403513003" providerId="ADAL" clId="{9A4E228E-C9CB-4D68-8F50-85F219FE29E6}" dt="2025-10-22T19:27:42.337" v="4725"/>
          <pc:sldLayoutMkLst>
            <pc:docMk/>
            <pc:sldMasterMk cId="2048115742" sldId="2147483648"/>
            <pc:sldLayoutMk cId="886476458" sldId="2147483652"/>
          </pc:sldLayoutMkLst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886476458" sldId="2147483652"/>
              <ac:spMk id="3" creationId="{602C6516-0E14-AD24-A09C-16DB7E3F333C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886476458" sldId="2147483652"/>
              <ac:spMk id="4" creationId="{911D668F-4E39-5B73-0EF5-6C71D7E26CC0}"/>
            </ac:spMkLst>
          </pc:spChg>
        </pc:sldLayoutChg>
        <pc:sldLayoutChg chg="modSp">
          <pc:chgData name="Seawright, Tyler" userId="0d679dc6-d022-4613-aaa8-d4a403513003" providerId="ADAL" clId="{9A4E228E-C9CB-4D68-8F50-85F219FE29E6}" dt="2025-10-22T19:27:42.337" v="4725"/>
          <pc:sldLayoutMkLst>
            <pc:docMk/>
            <pc:sldMasterMk cId="2048115742" sldId="2147483648"/>
            <pc:sldLayoutMk cId="663185143" sldId="2147483653"/>
          </pc:sldLayoutMkLst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663185143" sldId="2147483653"/>
              <ac:spMk id="2" creationId="{5FD065D8-5C5F-4FCE-B1D7-C44B81683DC4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663185143" sldId="2147483653"/>
              <ac:spMk id="3" creationId="{F4AEAB58-5175-C49D-1340-F67221812B56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663185143" sldId="2147483653"/>
              <ac:spMk id="4" creationId="{D99467B6-5879-F7BF-04D0-A901CD78492C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663185143" sldId="2147483653"/>
              <ac:spMk id="5" creationId="{E34FE11D-56E5-5AD5-E232-27F55C107683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663185143" sldId="2147483653"/>
              <ac:spMk id="6" creationId="{E6D5F90B-E393-14C4-C003-D9EEFA1F9658}"/>
            </ac:spMkLst>
          </pc:spChg>
        </pc:sldLayoutChg>
        <pc:sldLayoutChg chg="modSp">
          <pc:chgData name="Seawright, Tyler" userId="0d679dc6-d022-4613-aaa8-d4a403513003" providerId="ADAL" clId="{9A4E228E-C9CB-4D68-8F50-85F219FE29E6}" dt="2025-10-22T19:27:42.337" v="4725"/>
          <pc:sldLayoutMkLst>
            <pc:docMk/>
            <pc:sldMasterMk cId="2048115742" sldId="2147483648"/>
            <pc:sldLayoutMk cId="2451339115" sldId="2147483656"/>
          </pc:sldLayoutMkLst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2451339115" sldId="2147483656"/>
              <ac:spMk id="2" creationId="{122A39EC-5129-6E9B-FD23-0A79D339DA1E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2451339115" sldId="2147483656"/>
              <ac:spMk id="3" creationId="{C1D344E0-7B0E-4B35-A401-D779BAD9F7A8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2451339115" sldId="2147483656"/>
              <ac:spMk id="4" creationId="{B1B11820-2971-34C5-366E-564F92F9F67A}"/>
            </ac:spMkLst>
          </pc:spChg>
        </pc:sldLayoutChg>
        <pc:sldLayoutChg chg="modSp">
          <pc:chgData name="Seawright, Tyler" userId="0d679dc6-d022-4613-aaa8-d4a403513003" providerId="ADAL" clId="{9A4E228E-C9CB-4D68-8F50-85F219FE29E6}" dt="2025-10-22T19:27:42.337" v="4725"/>
          <pc:sldLayoutMkLst>
            <pc:docMk/>
            <pc:sldMasterMk cId="2048115742" sldId="2147483648"/>
            <pc:sldLayoutMk cId="1328378721" sldId="2147483657"/>
          </pc:sldLayoutMkLst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1328378721" sldId="2147483657"/>
              <ac:spMk id="2" creationId="{B3255C2B-BA34-216D-9FF3-3E74B3FF96B8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1328378721" sldId="2147483657"/>
              <ac:spMk id="3" creationId="{D9B26441-8793-2E35-14EA-08192AF700B4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1328378721" sldId="2147483657"/>
              <ac:spMk id="4" creationId="{796BFD61-149B-43CB-D350-C53ABEB337D6}"/>
            </ac:spMkLst>
          </pc:spChg>
        </pc:sldLayoutChg>
        <pc:sldLayoutChg chg="modSp">
          <pc:chgData name="Seawright, Tyler" userId="0d679dc6-d022-4613-aaa8-d4a403513003" providerId="ADAL" clId="{9A4E228E-C9CB-4D68-8F50-85F219FE29E6}" dt="2025-10-22T19:27:42.337" v="4725"/>
          <pc:sldLayoutMkLst>
            <pc:docMk/>
            <pc:sldMasterMk cId="2048115742" sldId="2147483648"/>
            <pc:sldLayoutMk cId="198514066" sldId="2147483659"/>
          </pc:sldLayoutMkLst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198514066" sldId="2147483659"/>
              <ac:spMk id="2" creationId="{D0625920-9461-5AEE-9BCA-53B20A58091F}"/>
            </ac:spMkLst>
          </pc:spChg>
          <pc:spChg chg="mod">
            <ac:chgData name="Seawright, Tyler" userId="0d679dc6-d022-4613-aaa8-d4a403513003" providerId="ADAL" clId="{9A4E228E-C9CB-4D68-8F50-85F219FE29E6}" dt="2025-10-22T19:27:42.337" v="4725"/>
            <ac:spMkLst>
              <pc:docMk/>
              <pc:sldMasterMk cId="2048115742" sldId="2147483648"/>
              <pc:sldLayoutMk cId="198514066" sldId="2147483659"/>
              <ac:spMk id="3" creationId="{8D2FC952-3F99-CB05-BF4B-E559CAC1B0A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7AC5E-A6BD-4239-B0CB-6609AF7C10C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B8CE7-5688-46FA-B3CD-21236ED0D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39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78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17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56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195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34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273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13" algn="l" defTabSz="9140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B8CE7-5688-46FA-B3CD-21236ED0D7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06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50E5-20B7-A06B-8552-337A7CE5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6A339-167F-A707-5B7B-F707E6D0C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54BB5-4E41-38DB-CD2E-15FFE9477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F0850-84DA-D2FD-FD75-F980EFF9A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B8CE7-5688-46FA-B3CD-21236ED0D7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1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2DF6-0AD7-767A-E836-5126548E4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86A9B-6CA1-43FB-26D3-D975F52F9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53" indent="0" algn="ctr">
              <a:buNone/>
              <a:defRPr sz="2000"/>
            </a:lvl2pPr>
            <a:lvl3pPr marL="914505" indent="0" algn="ctr">
              <a:buNone/>
              <a:defRPr sz="1800"/>
            </a:lvl3pPr>
            <a:lvl4pPr marL="1371758" indent="0" algn="ctr">
              <a:buNone/>
              <a:defRPr sz="1600"/>
            </a:lvl4pPr>
            <a:lvl5pPr marL="1829011" indent="0" algn="ctr">
              <a:buNone/>
              <a:defRPr sz="1600"/>
            </a:lvl5pPr>
            <a:lvl6pPr marL="2286263" indent="0" algn="ctr">
              <a:buNone/>
              <a:defRPr sz="1600"/>
            </a:lvl6pPr>
            <a:lvl7pPr marL="2743516" indent="0" algn="ctr">
              <a:buNone/>
              <a:defRPr sz="1600"/>
            </a:lvl7pPr>
            <a:lvl8pPr marL="3200768" indent="0" algn="ctr">
              <a:buNone/>
              <a:defRPr sz="1600"/>
            </a:lvl8pPr>
            <a:lvl9pPr marL="365802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FFF4C-08E5-287D-857A-81F34C73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2A54-C55F-1133-F9D3-F83DCD7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9F40C-55E0-377C-6966-465044B4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9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66A6-ABCA-8060-0395-0C1B9771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C9427-38D5-4495-B954-33DFDE232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5DBD4-B434-D228-9391-A834DEE1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81818-2470-507B-1AFE-A8BBB7A1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1A906-4EC9-3EF2-1AE6-F26F6FA4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90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3D3B-1F4A-76D9-57C3-28CC399D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A3B08-7371-AE9D-D2CF-998232134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53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505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75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901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26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51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7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80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3AF98-BFB8-06F2-5BBE-EA0655A6D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DAE79-513F-EA4F-05C1-B3CD6EBF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34B4B-6003-FD97-5093-412E4D89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3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0452-FBA7-483E-88D8-B3EAAAA3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C6516-0E14-AD24-A09C-16DB7E3F3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D668F-4E39-5B73-0EF5-6C71D7E26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D4E19-714F-B70A-FF6B-9E19B827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DFACF-C429-9BC9-4EF1-7F37818C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046E1-F188-66C7-9386-15D7CEF7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7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65D8-5C5F-4FCE-B1D7-C44B8168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EAB58-5175-C49D-1340-F67221812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2" y="1681163"/>
            <a:ext cx="51577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53" indent="0">
              <a:buNone/>
              <a:defRPr sz="2000" b="1"/>
            </a:lvl2pPr>
            <a:lvl3pPr marL="914505" indent="0">
              <a:buNone/>
              <a:defRPr sz="1800" b="1"/>
            </a:lvl3pPr>
            <a:lvl4pPr marL="1371758" indent="0">
              <a:buNone/>
              <a:defRPr sz="1600" b="1"/>
            </a:lvl4pPr>
            <a:lvl5pPr marL="1829011" indent="0">
              <a:buNone/>
              <a:defRPr sz="1600" b="1"/>
            </a:lvl5pPr>
            <a:lvl6pPr marL="2286263" indent="0">
              <a:buNone/>
              <a:defRPr sz="1600" b="1"/>
            </a:lvl6pPr>
            <a:lvl7pPr marL="2743516" indent="0">
              <a:buNone/>
              <a:defRPr sz="1600" b="1"/>
            </a:lvl7pPr>
            <a:lvl8pPr marL="3200768" indent="0">
              <a:buNone/>
              <a:defRPr sz="1600" b="1"/>
            </a:lvl8pPr>
            <a:lvl9pPr marL="365802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67B6-5879-F7BF-04D0-A901CD784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2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FE11D-56E5-5AD5-E232-27F55C107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4" y="1681163"/>
            <a:ext cx="5183189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53" indent="0">
              <a:buNone/>
              <a:defRPr sz="2000" b="1"/>
            </a:lvl2pPr>
            <a:lvl3pPr marL="914505" indent="0">
              <a:buNone/>
              <a:defRPr sz="1800" b="1"/>
            </a:lvl3pPr>
            <a:lvl4pPr marL="1371758" indent="0">
              <a:buNone/>
              <a:defRPr sz="1600" b="1"/>
            </a:lvl4pPr>
            <a:lvl5pPr marL="1829011" indent="0">
              <a:buNone/>
              <a:defRPr sz="1600" b="1"/>
            </a:lvl5pPr>
            <a:lvl6pPr marL="2286263" indent="0">
              <a:buNone/>
              <a:defRPr sz="1600" b="1"/>
            </a:lvl6pPr>
            <a:lvl7pPr marL="2743516" indent="0">
              <a:buNone/>
              <a:defRPr sz="1600" b="1"/>
            </a:lvl7pPr>
            <a:lvl8pPr marL="3200768" indent="0">
              <a:buNone/>
              <a:defRPr sz="1600" b="1"/>
            </a:lvl8pPr>
            <a:lvl9pPr marL="365802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5F90B-E393-14C4-C003-D9EEFA1F9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4" y="2505075"/>
            <a:ext cx="518318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07D86-57DD-891E-7BBD-985A3B66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F5DA33-7647-D24A-06FD-98B24E74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1129C-2AB1-6547-0112-0179FCFD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8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F212-3707-8123-019F-F37F8294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18FEB-33DA-D1F2-90C8-D9DBFDC2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51D1F-2534-9AC3-38DD-C3F4A0F3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2845E-D80B-90F0-E8EE-C8A2A71F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1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39572-73B4-C9EB-1900-0B1BEBA1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28CC94-A3DE-7102-FA75-E175DF4E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B7A98-814E-FD6B-8B48-CC15D9F9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3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39EC-5129-6E9B-FD23-0A79D339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344E0-7B0E-4B35-A401-D779BAD9F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11820-2971-34C5-366E-564F92F9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53" indent="0">
              <a:buNone/>
              <a:defRPr sz="1400"/>
            </a:lvl2pPr>
            <a:lvl3pPr marL="914505" indent="0">
              <a:buNone/>
              <a:defRPr sz="1200"/>
            </a:lvl3pPr>
            <a:lvl4pPr marL="1371758" indent="0">
              <a:buNone/>
              <a:defRPr sz="1000"/>
            </a:lvl4pPr>
            <a:lvl5pPr marL="1829011" indent="0">
              <a:buNone/>
              <a:defRPr sz="1000"/>
            </a:lvl5pPr>
            <a:lvl6pPr marL="2286263" indent="0">
              <a:buNone/>
              <a:defRPr sz="1000"/>
            </a:lvl6pPr>
            <a:lvl7pPr marL="2743516" indent="0">
              <a:buNone/>
              <a:defRPr sz="1000"/>
            </a:lvl7pPr>
            <a:lvl8pPr marL="3200768" indent="0">
              <a:buNone/>
              <a:defRPr sz="1000"/>
            </a:lvl8pPr>
            <a:lvl9pPr marL="365802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3AB55-B495-94CF-761B-D19F470C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5AAEF-761D-BFF2-47F2-5E421D72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53258-17EC-CCE0-2221-C34D0BF3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3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55C2B-BA34-216D-9FF3-3E74B3FF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26441-8793-2E35-14EA-08192AF70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53" indent="0">
              <a:buNone/>
              <a:defRPr sz="2800"/>
            </a:lvl2pPr>
            <a:lvl3pPr marL="914505" indent="0">
              <a:buNone/>
              <a:defRPr sz="2400"/>
            </a:lvl3pPr>
            <a:lvl4pPr marL="1371758" indent="0">
              <a:buNone/>
              <a:defRPr sz="2000"/>
            </a:lvl4pPr>
            <a:lvl5pPr marL="1829011" indent="0">
              <a:buNone/>
              <a:defRPr sz="2000"/>
            </a:lvl5pPr>
            <a:lvl6pPr marL="2286263" indent="0">
              <a:buNone/>
              <a:defRPr sz="2000"/>
            </a:lvl6pPr>
            <a:lvl7pPr marL="2743516" indent="0">
              <a:buNone/>
              <a:defRPr sz="2000"/>
            </a:lvl7pPr>
            <a:lvl8pPr marL="3200768" indent="0">
              <a:buNone/>
              <a:defRPr sz="2000"/>
            </a:lvl8pPr>
            <a:lvl9pPr marL="365802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BFD61-149B-43CB-D350-C53ABEB3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53" indent="0">
              <a:buNone/>
              <a:defRPr sz="1400"/>
            </a:lvl2pPr>
            <a:lvl3pPr marL="914505" indent="0">
              <a:buNone/>
              <a:defRPr sz="1200"/>
            </a:lvl3pPr>
            <a:lvl4pPr marL="1371758" indent="0">
              <a:buNone/>
              <a:defRPr sz="1000"/>
            </a:lvl4pPr>
            <a:lvl5pPr marL="1829011" indent="0">
              <a:buNone/>
              <a:defRPr sz="1000"/>
            </a:lvl5pPr>
            <a:lvl6pPr marL="2286263" indent="0">
              <a:buNone/>
              <a:defRPr sz="1000"/>
            </a:lvl6pPr>
            <a:lvl7pPr marL="2743516" indent="0">
              <a:buNone/>
              <a:defRPr sz="1000"/>
            </a:lvl7pPr>
            <a:lvl8pPr marL="3200768" indent="0">
              <a:buNone/>
              <a:defRPr sz="1000"/>
            </a:lvl8pPr>
            <a:lvl9pPr marL="365802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5BFC2-5DE3-5CC2-9B53-2793EF10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259DB-C210-407E-2789-EE13270E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D1FC1-E46E-0BA5-DA3B-4E8A5101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7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EEFB-7E4B-D2D9-7947-7309B310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13007-5A52-EFFD-EBCD-6FB927D1F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B3374-B6F0-7F25-6E3D-16B417BF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76047-6111-F05D-3545-16A6C6B76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AA236-0BE5-8ED3-8224-FDBCE113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25920-9461-5AEE-9BCA-53B20A580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FC952-3F99-CB05-BF4B-E559CAC1B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B55BA-23CC-5D16-CB73-1DDF22FE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DCF5E-2C55-EAC1-E6E6-29E143CB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BC0A8-42F4-F186-EEFC-6F35BD3C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6B564-9B22-7302-7CDB-29202970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A0020-305E-2D1E-43A1-31DC97D3E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30157-9057-A5A7-343C-8EDBAD54D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E5C39-6997-47CA-B2D1-6B5F31DB0BD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30EC0-2EF7-E547-0039-09BCA6C48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0DBAC-3E36-BC99-B318-1935C8C03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6CB41-7DE3-4133-B2B3-54B58AEC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1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505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28" indent="-228628" algn="l" defTabSz="91450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79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33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84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36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89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141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95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648" indent="-228628" algn="l" defTabSz="91450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53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05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58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11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63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516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68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020" algn="l" defTabSz="9145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9" Type="http://schemas.openxmlformats.org/officeDocument/2006/relationships/image" Target="../media/image32.png"/><Relationship Id="rId21" Type="http://schemas.openxmlformats.org/officeDocument/2006/relationships/image" Target="../media/image14.png"/><Relationship Id="rId34" Type="http://schemas.openxmlformats.org/officeDocument/2006/relationships/image" Target="../media/image27.emf"/><Relationship Id="rId42" Type="http://schemas.openxmlformats.org/officeDocument/2006/relationships/image" Target="../media/image34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25" Type="http://schemas.openxmlformats.org/officeDocument/2006/relationships/image" Target="../media/image22.png"/><Relationship Id="rId33" Type="http://schemas.openxmlformats.org/officeDocument/2006/relationships/image" Target="../media/image26.png"/><Relationship Id="rId38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20" Type="http://schemas.openxmlformats.org/officeDocument/2006/relationships/image" Target="../media/image17.png"/><Relationship Id="rId29" Type="http://schemas.openxmlformats.org/officeDocument/2006/relationships/image" Target="../media/image21.emf"/><Relationship Id="rId41" Type="http://schemas.openxmlformats.org/officeDocument/2006/relationships/hyperlink" Target="https://github.com/TylerSeawright/TolStack" TargetMode="Externa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32" Type="http://schemas.openxmlformats.org/officeDocument/2006/relationships/image" Target="../media/image25.png"/><Relationship Id="rId37" Type="http://schemas.openxmlformats.org/officeDocument/2006/relationships/image" Target="../media/image30.png"/><Relationship Id="rId40" Type="http://schemas.openxmlformats.org/officeDocument/2006/relationships/image" Target="../media/image33.png"/><Relationship Id="rId5" Type="http://schemas.openxmlformats.org/officeDocument/2006/relationships/image" Target="../media/image3.jpeg"/><Relationship Id="rId15" Type="http://schemas.openxmlformats.org/officeDocument/2006/relationships/image" Target="../media/image11.jpeg"/><Relationship Id="rId23" Type="http://schemas.openxmlformats.org/officeDocument/2006/relationships/image" Target="../media/image19.png"/><Relationship Id="rId28" Type="http://schemas.openxmlformats.org/officeDocument/2006/relationships/image" Target="../media/image20.png"/><Relationship Id="rId36" Type="http://schemas.openxmlformats.org/officeDocument/2006/relationships/image" Target="../media/image29.emf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23.emf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4.png"/><Relationship Id="rId30" Type="http://schemas.openxmlformats.org/officeDocument/2006/relationships/image" Target="../media/image22.emf"/><Relationship Id="rId35" Type="http://schemas.openxmlformats.org/officeDocument/2006/relationships/image" Target="../media/image28.emf"/><Relationship Id="rId8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9" Type="http://schemas.openxmlformats.org/officeDocument/2006/relationships/image" Target="../media/image32.png"/><Relationship Id="rId21" Type="http://schemas.openxmlformats.org/officeDocument/2006/relationships/image" Target="../media/image35.png"/><Relationship Id="rId34" Type="http://schemas.openxmlformats.org/officeDocument/2006/relationships/image" Target="../media/image27.emf"/><Relationship Id="rId42" Type="http://schemas.openxmlformats.org/officeDocument/2006/relationships/hyperlink" Target="https://github.com/TylerSeawright/TolStack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0.png"/><Relationship Id="rId25" Type="http://schemas.openxmlformats.org/officeDocument/2006/relationships/image" Target="../media/image22.png"/><Relationship Id="rId33" Type="http://schemas.openxmlformats.org/officeDocument/2006/relationships/image" Target="../media/image26.png"/><Relationship Id="rId38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0.png"/><Relationship Id="rId20" Type="http://schemas.openxmlformats.org/officeDocument/2006/relationships/image" Target="../media/image17.png"/><Relationship Id="rId29" Type="http://schemas.openxmlformats.org/officeDocument/2006/relationships/image" Target="../media/image21.emf"/><Relationship Id="rId41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32" Type="http://schemas.openxmlformats.org/officeDocument/2006/relationships/image" Target="../media/image25.png"/><Relationship Id="rId37" Type="http://schemas.openxmlformats.org/officeDocument/2006/relationships/image" Target="../media/image30.png"/><Relationship Id="rId40" Type="http://schemas.openxmlformats.org/officeDocument/2006/relationships/image" Target="../media/image33.png"/><Relationship Id="rId15" Type="http://schemas.openxmlformats.org/officeDocument/2006/relationships/image" Target="../media/image11.jpeg"/><Relationship Id="rId23" Type="http://schemas.openxmlformats.org/officeDocument/2006/relationships/image" Target="../media/image190.png"/><Relationship Id="rId28" Type="http://schemas.openxmlformats.org/officeDocument/2006/relationships/image" Target="../media/image20.png"/><Relationship Id="rId36" Type="http://schemas.openxmlformats.org/officeDocument/2006/relationships/image" Target="../media/image29.emf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23.emf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36.png"/><Relationship Id="rId27" Type="http://schemas.openxmlformats.org/officeDocument/2006/relationships/image" Target="../media/image24.png"/><Relationship Id="rId30" Type="http://schemas.openxmlformats.org/officeDocument/2006/relationships/image" Target="../media/image22.emf"/><Relationship Id="rId35" Type="http://schemas.openxmlformats.org/officeDocument/2006/relationships/image" Target="../media/image28.emf"/><Relationship Id="rId43" Type="http://schemas.openxmlformats.org/officeDocument/2006/relationships/image" Target="../media/image37.png"/><Relationship Id="rId8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9.png"/><Relationship Id="rId7" Type="http://schemas.openxmlformats.org/officeDocument/2006/relationships/image" Target="../media/image23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emf"/><Relationship Id="rId7" Type="http://schemas.openxmlformats.org/officeDocument/2006/relationships/image" Target="../media/image32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281">
            <a:extLst>
              <a:ext uri="{FF2B5EF4-FFF2-40B4-BE49-F238E27FC236}">
                <a16:creationId xmlns:a16="http://schemas.microsoft.com/office/drawing/2014/main" id="{8A67FE2B-C3C2-AB58-5210-19FF18C35BA6}"/>
              </a:ext>
            </a:extLst>
          </p:cNvPr>
          <p:cNvSpPr>
            <a:spLocks/>
          </p:cNvSpPr>
          <p:nvPr/>
        </p:nvSpPr>
        <p:spPr>
          <a:xfrm>
            <a:off x="-13075622" y="-19287296"/>
            <a:ext cx="40233600" cy="402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7B2B4-93DE-6345-67E5-4F29BDA8C30E}"/>
              </a:ext>
            </a:extLst>
          </p:cNvPr>
          <p:cNvSpPr txBox="1"/>
          <p:nvPr/>
        </p:nvSpPr>
        <p:spPr>
          <a:xfrm>
            <a:off x="-13080185" y="-19023938"/>
            <a:ext cx="40233600" cy="1015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1" b="1" dirty="0"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6001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D2A586-39A0-AC1A-3012-E10436684449}"/>
              </a:ext>
            </a:extLst>
          </p:cNvPr>
          <p:cNvSpPr txBox="1"/>
          <p:nvPr/>
        </p:nvSpPr>
        <p:spPr>
          <a:xfrm>
            <a:off x="-12171964" y="-17196144"/>
            <a:ext cx="12692377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APPLICATION WORKFLOW IN EXCEL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E79D20FD-94C0-7E6E-1261-B01BC2A51CCD}"/>
              </a:ext>
            </a:extLst>
          </p:cNvPr>
          <p:cNvSpPr/>
          <p:nvPr/>
        </p:nvSpPr>
        <p:spPr>
          <a:xfrm>
            <a:off x="-12155573" y="-7244268"/>
            <a:ext cx="12802580" cy="4459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Input data with tagged rows for each input.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Verify the nominal path with </a:t>
            </a:r>
            <a:r>
              <a:rPr lang="en-US" sz="4801" i="1" dirty="0">
                <a:solidFill>
                  <a:schemeClr val="tx1"/>
                </a:solidFill>
              </a:rPr>
              <a:t>Check Path.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Output results with </a:t>
            </a:r>
            <a:r>
              <a:rPr lang="en-US" sz="4801" i="1" dirty="0">
                <a:solidFill>
                  <a:schemeClr val="tx1"/>
                </a:solidFill>
              </a:rPr>
              <a:t>Solve.</a:t>
            </a:r>
            <a:endParaRPr lang="en-US" sz="4801" dirty="0">
              <a:solidFill>
                <a:schemeClr val="tx1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964C5BC-9A6D-8044-6857-A36A265A2A5A}"/>
              </a:ext>
            </a:extLst>
          </p:cNvPr>
          <p:cNvSpPr txBox="1"/>
          <p:nvPr/>
        </p:nvSpPr>
        <p:spPr>
          <a:xfrm>
            <a:off x="-11843428" y="-9159079"/>
            <a:ext cx="12234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1. The </a:t>
            </a:r>
            <a:r>
              <a:rPr lang="en-US" sz="3200" i="1" dirty="0" err="1"/>
              <a:t>TolStack</a:t>
            </a:r>
            <a:r>
              <a:rPr lang="en-US" sz="3200" i="1" dirty="0"/>
              <a:t> application is 2 buttons that read from and write to the highlighted cells in an active Excel spreadsheet without any setup or install.</a:t>
            </a:r>
            <a:endParaRPr lang="en-US" sz="32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68C58D7-445D-9300-1AE5-BB1BCD5B9EF8}"/>
              </a:ext>
            </a:extLst>
          </p:cNvPr>
          <p:cNvSpPr txBox="1"/>
          <p:nvPr/>
        </p:nvSpPr>
        <p:spPr>
          <a:xfrm>
            <a:off x="9637" y="-17896778"/>
            <a:ext cx="13426684" cy="2124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1" b="1" dirty="0"/>
              <a:t>Tyler Seawright</a:t>
            </a:r>
          </a:p>
          <a:p>
            <a:pPr algn="ctr"/>
            <a:r>
              <a:rPr lang="en-US" sz="4401" b="1" dirty="0"/>
              <a:t>M.S. Mechanical Engineering</a:t>
            </a:r>
            <a:endParaRPr lang="en-US" sz="4401" dirty="0"/>
          </a:p>
          <a:p>
            <a:pPr algn="ctr"/>
            <a:endParaRPr lang="en-US" sz="4401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7D7D9BE-D2D4-6899-5F03-F9C0B0EBFFA9}"/>
              </a:ext>
            </a:extLst>
          </p:cNvPr>
          <p:cNvSpPr/>
          <p:nvPr/>
        </p:nvSpPr>
        <p:spPr>
          <a:xfrm>
            <a:off x="-12155573" y="-17486620"/>
            <a:ext cx="12801600" cy="1470193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1358CE6E-2C6B-E1B0-57E5-6A1F4420BF8E}"/>
              </a:ext>
            </a:extLst>
          </p:cNvPr>
          <p:cNvGrpSpPr/>
          <p:nvPr/>
        </p:nvGrpSpPr>
        <p:grpSpPr>
          <a:xfrm>
            <a:off x="644452" y="-16367348"/>
            <a:ext cx="12688102" cy="10378993"/>
            <a:chOff x="795022" y="-9513203"/>
            <a:chExt cx="11248313" cy="6767114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50E2A2E8-70B9-5EB3-5493-BB00C52689A2}"/>
                </a:ext>
              </a:extLst>
            </p:cNvPr>
            <p:cNvSpPr/>
            <p:nvPr/>
          </p:nvSpPr>
          <p:spPr>
            <a:xfrm>
              <a:off x="795022" y="-9513203"/>
              <a:ext cx="11248313" cy="6767114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D590C8C1-1A2C-BCA9-A7FB-F93B4EC3950F}"/>
                </a:ext>
              </a:extLst>
            </p:cNvPr>
            <p:cNvSpPr txBox="1"/>
            <p:nvPr/>
          </p:nvSpPr>
          <p:spPr>
            <a:xfrm>
              <a:off x="810950" y="-9335066"/>
              <a:ext cx="11175081" cy="1023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ERROR CORRECTOR COUPLING AND PROPAGATION </a:t>
              </a:r>
            </a:p>
          </p:txBody>
        </p:sp>
      </p:grpSp>
      <p:sp>
        <p:nvSpPr>
          <p:cNvPr id="254" name="Rectangle 253">
            <a:extLst>
              <a:ext uri="{FF2B5EF4-FFF2-40B4-BE49-F238E27FC236}">
                <a16:creationId xmlns:a16="http://schemas.microsoft.com/office/drawing/2014/main" id="{4BACE1E4-F3DF-6486-41E9-76E077128F2F}"/>
              </a:ext>
            </a:extLst>
          </p:cNvPr>
          <p:cNvSpPr/>
          <p:nvPr/>
        </p:nvSpPr>
        <p:spPr>
          <a:xfrm>
            <a:off x="13344479" y="12668250"/>
            <a:ext cx="12796508" cy="7501007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05E2017-B6B1-575B-2481-693B20340530}"/>
                  </a:ext>
                </a:extLst>
              </p:cNvPr>
              <p:cNvSpPr/>
              <p:nvPr/>
            </p:nvSpPr>
            <p:spPr>
              <a:xfrm>
                <a:off x="13339304" y="-2029733"/>
                <a:ext cx="12843895" cy="182815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85879" indent="-685879">
                  <a:buFont typeface="Arial" panose="020B0604020202020204" pitchFamily="34" charset="0"/>
                  <a:buChar char="•"/>
                </a:pPr>
                <a:r>
                  <a:rPr lang="en-US" sz="4801" dirty="0">
                    <a:solidFill>
                      <a:schemeClr val="tx1"/>
                    </a:solidFill>
                  </a:rPr>
                  <a:t>TolStack output error histograms and </a:t>
                </a:r>
                <a14:m>
                  <m:oMath xmlns:m="http://schemas.openxmlformats.org/officeDocument/2006/math"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4801" dirty="0">
                    <a:solidFill>
                      <a:schemeClr val="tx1"/>
                    </a:solidFill>
                  </a:rPr>
                  <a:t> error values indicating correctors are needed.</a:t>
                </a:r>
              </a:p>
            </p:txBody>
          </p:sp>
        </mc:Choice>
        <mc:Fallback xmlns=""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05E2017-B6B1-575B-2481-693B20340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9304" y="-2029733"/>
                <a:ext cx="12843895" cy="1828157"/>
              </a:xfrm>
              <a:prstGeom prst="rect">
                <a:avLst/>
              </a:prstGeom>
              <a:blipFill>
                <a:blip r:embed="rId3"/>
                <a:stretch>
                  <a:fillRect l="-1946" r="-1614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C9D372FF-DDE4-6BE1-00C0-FB6E8682D44E}"/>
              </a:ext>
            </a:extLst>
          </p:cNvPr>
          <p:cNvGrpSpPr>
            <a:grpSpLocks noChangeAspect="1"/>
          </p:cNvGrpSpPr>
          <p:nvPr/>
        </p:nvGrpSpPr>
        <p:grpSpPr>
          <a:xfrm>
            <a:off x="-12072420" y="-16077997"/>
            <a:ext cx="12692376" cy="6434330"/>
            <a:chOff x="1612900" y="1101592"/>
            <a:chExt cx="9182100" cy="4654815"/>
          </a:xfrm>
        </p:grpSpPr>
        <p:pic>
          <p:nvPicPr>
            <p:cNvPr id="59" name="Picture 5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688C3C7-79BD-3FDC-A993-5866A6E52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900" y="1101592"/>
              <a:ext cx="9182100" cy="4654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612156-701B-8979-337C-510B44348EF6}"/>
                </a:ext>
              </a:extLst>
            </p:cNvPr>
            <p:cNvSpPr/>
            <p:nvPr/>
          </p:nvSpPr>
          <p:spPr>
            <a:xfrm>
              <a:off x="5889713" y="2506645"/>
              <a:ext cx="19207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Vectors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172CB5A-6BE6-2947-2806-36CC97CE22D3}"/>
                </a:ext>
              </a:extLst>
            </p:cNvPr>
            <p:cNvSpPr/>
            <p:nvPr/>
          </p:nvSpPr>
          <p:spPr>
            <a:xfrm>
              <a:off x="5889713" y="2973370"/>
              <a:ext cx="14635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Local Errors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6C7786C-2716-E34F-C79C-97DB27B84C48}"/>
                </a:ext>
              </a:extLst>
            </p:cNvPr>
            <p:cNvSpPr/>
            <p:nvPr/>
          </p:nvSpPr>
          <p:spPr>
            <a:xfrm>
              <a:off x="5765889" y="37816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Correctors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F9E9CD1-62EA-7149-A46C-C62E8C5CC643}"/>
                </a:ext>
              </a:extLst>
            </p:cNvPr>
            <p:cNvSpPr/>
            <p:nvPr/>
          </p:nvSpPr>
          <p:spPr>
            <a:xfrm>
              <a:off x="4740364" y="43568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MC Config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E97806A-13F6-2C3E-F913-7D41E9C3E8A4}"/>
                </a:ext>
              </a:extLst>
            </p:cNvPr>
            <p:cNvSpPr/>
            <p:nvPr/>
          </p:nvSpPr>
          <p:spPr>
            <a:xfrm>
              <a:off x="5889713" y="4940088"/>
              <a:ext cx="87303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Result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635EB50-760F-4664-DA33-3005BF8D5655}"/>
                </a:ext>
              </a:extLst>
            </p:cNvPr>
            <p:cNvSpPr/>
            <p:nvPr/>
          </p:nvSpPr>
          <p:spPr>
            <a:xfrm>
              <a:off x="8956763" y="4777584"/>
              <a:ext cx="122228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err="1">
                  <a:solidFill>
                    <a:schemeClr val="tx1"/>
                  </a:solidFill>
                </a:rPr>
                <a:t>TolStack</a:t>
              </a:r>
              <a:r>
                <a:rPr lang="en-US" b="1" i="1" dirty="0">
                  <a:solidFill>
                    <a:schemeClr val="tx1"/>
                  </a:solidFill>
                </a:rPr>
                <a:t> App UI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C1BFA73-FC19-4163-353B-F80878767E13}"/>
                </a:ext>
              </a:extLst>
            </p:cNvPr>
            <p:cNvSpPr/>
            <p:nvPr/>
          </p:nvSpPr>
          <p:spPr>
            <a:xfrm>
              <a:off x="9356813" y="1948576"/>
              <a:ext cx="133023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Transform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9B15CBF-D1B6-4323-7DE0-4E1C65EBBF9A}"/>
              </a:ext>
            </a:extLst>
          </p:cNvPr>
          <p:cNvGrpSpPr>
            <a:grpSpLocks noChangeAspect="1"/>
          </p:cNvGrpSpPr>
          <p:nvPr/>
        </p:nvGrpSpPr>
        <p:grpSpPr>
          <a:xfrm>
            <a:off x="-8445467" y="13646730"/>
            <a:ext cx="5239381" cy="3989408"/>
            <a:chOff x="7553196" y="1628097"/>
            <a:chExt cx="4503123" cy="3440405"/>
          </a:xfrm>
        </p:grpSpPr>
        <p:pic>
          <p:nvPicPr>
            <p:cNvPr id="107" name="Picture 2">
              <a:extLst>
                <a:ext uri="{FF2B5EF4-FFF2-40B4-BE49-F238E27FC236}">
                  <a16:creationId xmlns:a16="http://schemas.microsoft.com/office/drawing/2014/main" id="{F3D6610B-7E92-DF01-2610-BAB26615EA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3196" y="1691160"/>
              <a:ext cx="4503123" cy="33773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C7623D8-CAE7-191E-1805-BDECCA0790BA}"/>
                </a:ext>
              </a:extLst>
            </p:cNvPr>
            <p:cNvCxnSpPr>
              <a:cxnSpLocks/>
            </p:cNvCxnSpPr>
            <p:nvPr/>
          </p:nvCxnSpPr>
          <p:spPr>
            <a:xfrm>
              <a:off x="8248256" y="3175011"/>
              <a:ext cx="3113002" cy="7680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4244CFD-E39B-5A64-2071-274E7D666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140" y="1789889"/>
              <a:ext cx="0" cy="255752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024577F-EDFB-668E-994A-726C97BA4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359" y="3031958"/>
              <a:ext cx="0" cy="501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BD2BD1B1-B7E2-AE4D-1C79-186336C63808}"/>
                </a:ext>
              </a:extLst>
            </p:cNvPr>
            <p:cNvCxnSpPr>
              <a:cxnSpLocks/>
            </p:cNvCxnSpPr>
            <p:nvPr/>
          </p:nvCxnSpPr>
          <p:spPr>
            <a:xfrm>
              <a:off x="9347140" y="2868029"/>
              <a:ext cx="695219" cy="163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29199D1-C7EE-6F47-0DFC-1729074033B0}"/>
                </a:ext>
              </a:extLst>
            </p:cNvPr>
            <p:cNvSpPr txBox="1"/>
            <p:nvPr/>
          </p:nvSpPr>
          <p:spPr>
            <a:xfrm>
              <a:off x="11015388" y="3943047"/>
              <a:ext cx="552751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Tip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7C70FE9-8846-CE78-C83C-6F37F5D67E2E}"/>
                </a:ext>
              </a:extLst>
            </p:cNvPr>
            <p:cNvSpPr txBox="1"/>
            <p:nvPr/>
          </p:nvSpPr>
          <p:spPr>
            <a:xfrm>
              <a:off x="8721096" y="1628097"/>
              <a:ext cx="558262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Tilt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2692495-F170-1DC3-47F6-0C2E4DBBA15A}"/>
                </a:ext>
              </a:extLst>
            </p:cNvPr>
            <p:cNvSpPr txBox="1"/>
            <p:nvPr/>
          </p:nvSpPr>
          <p:spPr>
            <a:xfrm>
              <a:off x="7908399" y="3622883"/>
              <a:ext cx="953674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Origin</a:t>
              </a: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876E9AAC-F69C-DD85-5349-5470F9B0AAAD}"/>
                </a:ext>
              </a:extLst>
            </p:cNvPr>
            <p:cNvCxnSpPr>
              <a:stCxn id="116" idx="3"/>
            </p:cNvCxnSpPr>
            <p:nvPr/>
          </p:nvCxnSpPr>
          <p:spPr>
            <a:xfrm flipV="1">
              <a:off x="8862072" y="3533775"/>
              <a:ext cx="372025" cy="31471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9D411DA8-5F9C-FB58-E962-36A1C5CCB3B9}"/>
                </a:ext>
              </a:extLst>
            </p:cNvPr>
            <p:cNvCxnSpPr>
              <a:cxnSpLocks/>
              <a:stCxn id="122" idx="1"/>
            </p:cNvCxnSpPr>
            <p:nvPr/>
          </p:nvCxnSpPr>
          <p:spPr>
            <a:xfrm flipH="1">
              <a:off x="10149379" y="2772776"/>
              <a:ext cx="483809" cy="23616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589BE2B-C7DB-7FCF-5482-C97559F0C3FE}"/>
                </a:ext>
              </a:extLst>
            </p:cNvPr>
            <p:cNvSpPr txBox="1"/>
            <p:nvPr/>
          </p:nvSpPr>
          <p:spPr>
            <a:xfrm>
              <a:off x="10633187" y="2547167"/>
              <a:ext cx="642304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POI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185BD8AC-0C71-7750-0CEA-03D6D9BF13CC}"/>
              </a:ext>
            </a:extLst>
          </p:cNvPr>
          <p:cNvSpPr txBox="1"/>
          <p:nvPr/>
        </p:nvSpPr>
        <p:spPr>
          <a:xfrm>
            <a:off x="13292903" y="-17183242"/>
            <a:ext cx="12772097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SAMPLE APPLICATION: OPTIC ALIGNMENT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4ADE097-B8E4-4AA1-2B0B-EB3D86830A5D}"/>
              </a:ext>
            </a:extLst>
          </p:cNvPr>
          <p:cNvGrpSpPr>
            <a:grpSpLocks noChangeAspect="1"/>
          </p:cNvGrpSpPr>
          <p:nvPr/>
        </p:nvGrpSpPr>
        <p:grpSpPr>
          <a:xfrm>
            <a:off x="1213429" y="-14557695"/>
            <a:ext cx="11655489" cy="6854085"/>
            <a:chOff x="1891126" y="-14388467"/>
            <a:chExt cx="10362029" cy="6093458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6C36BDE-5FD7-5056-247F-02E7C21E3644}"/>
                </a:ext>
              </a:extLst>
            </p:cNvPr>
            <p:cNvSpPr/>
            <p:nvPr/>
          </p:nvSpPr>
          <p:spPr>
            <a:xfrm>
              <a:off x="2971167" y="-14388467"/>
              <a:ext cx="994610" cy="5735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Start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B2AF93DD-40E0-8CD2-3254-F617CD0DA7C7}"/>
                    </a:ext>
                  </a:extLst>
                </p:cNvPr>
                <p:cNvSpPr/>
                <p:nvPr/>
              </p:nvSpPr>
              <p:spPr>
                <a:xfrm>
                  <a:off x="1930063" y="-13161249"/>
                  <a:ext cx="3809585" cy="57350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𝑹𝒆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B2AF93DD-40E0-8CD2-3254-F617CD0DA7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0063" y="-13161249"/>
                  <a:ext cx="3809585" cy="573505"/>
                </a:xfrm>
                <a:prstGeom prst="rect">
                  <a:avLst/>
                </a:prstGeom>
                <a:blipFill>
                  <a:blip r:embed="rId7"/>
                  <a:stretch>
                    <a:fillRect l="-567" b="-155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B30E4FA9-5A9A-4422-423B-1C223EBFC64D}"/>
                    </a:ext>
                  </a:extLst>
                </p:cNvPr>
                <p:cNvSpPr/>
                <p:nvPr/>
              </p:nvSpPr>
              <p:spPr>
                <a:xfrm>
                  <a:off x="1891126" y="-12023773"/>
                  <a:ext cx="3154693" cy="194109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Generate Corrector Difference Vector and HTM when </a:t>
                  </a:r>
                  <a14:m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8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𝐑𝐞</m:t>
                          </m:r>
                        </m:sub>
                      </m:sSub>
                    </m:oMath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𝑯𝑻𝑴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B30E4FA9-5A9A-4422-423B-1C223EBFC6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126" y="-12023773"/>
                  <a:ext cx="3154693" cy="1941094"/>
                </a:xfrm>
                <a:prstGeom prst="rect">
                  <a:avLst/>
                </a:prstGeom>
                <a:blipFill>
                  <a:blip r:embed="rId8"/>
                  <a:stretch>
                    <a:fillRect l="-3077" t="-3601" r="-2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06F14713-9701-4A0E-6CAF-F92F5D9AEF2B}"/>
                    </a:ext>
                  </a:extLst>
                </p:cNvPr>
                <p:cNvSpPr/>
                <p:nvPr/>
              </p:nvSpPr>
              <p:spPr>
                <a:xfrm>
                  <a:off x="3909630" y="-9856090"/>
                  <a:ext cx="2991852" cy="156108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Generate HTM to Corrector Origin  from POI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𝒗𝒄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𝑯𝑻𝑴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06F14713-9701-4A0E-6CAF-F92F5D9AEF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9630" y="-9856090"/>
                  <a:ext cx="2991852" cy="1561081"/>
                </a:xfrm>
                <a:prstGeom prst="rect">
                  <a:avLst/>
                </a:prstGeom>
                <a:blipFill>
                  <a:blip r:embed="rId9"/>
                  <a:stretch>
                    <a:fillRect t="-44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1F565D0-51A3-7B07-AE0F-D472C3187A38}"/>
                    </a:ext>
                  </a:extLst>
                </p:cNvPr>
                <p:cNvSpPr/>
                <p:nvPr/>
              </p:nvSpPr>
              <p:spPr>
                <a:xfrm>
                  <a:off x="6400544" y="-13717130"/>
                  <a:ext cx="5374920" cy="13122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Absolute Error with Corrector at POI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𝑽𝑪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lit/>
                          </m:rP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𝑽𝑪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)) 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1F565D0-51A3-7B07-AE0F-D472C3187A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0544" y="-13717130"/>
                  <a:ext cx="5374920" cy="1312203"/>
                </a:xfrm>
                <a:prstGeom prst="rect">
                  <a:avLst/>
                </a:prstGeom>
                <a:blipFill>
                  <a:blip r:embed="rId10"/>
                  <a:stretch>
                    <a:fillRect l="-402" t="-1633" r="-19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Connector: Elbow 128">
              <a:extLst>
                <a:ext uri="{FF2B5EF4-FFF2-40B4-BE49-F238E27FC236}">
                  <a16:creationId xmlns:a16="http://schemas.microsoft.com/office/drawing/2014/main" id="{FEAC4763-2B5D-2820-535C-E07962671719}"/>
                </a:ext>
              </a:extLst>
            </p:cNvPr>
            <p:cNvCxnSpPr>
              <a:cxnSpLocks/>
              <a:stCxn id="126" idx="2"/>
              <a:endCxn id="127" idx="1"/>
            </p:cNvCxnSpPr>
            <p:nvPr/>
          </p:nvCxnSpPr>
          <p:spPr>
            <a:xfrm rot="16200000" flipH="1">
              <a:off x="3185486" y="-9799693"/>
              <a:ext cx="1007130" cy="441157"/>
            </a:xfrm>
            <a:prstGeom prst="bentConnector2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: Elbow 129">
              <a:extLst>
                <a:ext uri="{FF2B5EF4-FFF2-40B4-BE49-F238E27FC236}">
                  <a16:creationId xmlns:a16="http://schemas.microsoft.com/office/drawing/2014/main" id="{57CE46A0-E200-86B3-2A04-BAAAC406A4FB}"/>
                </a:ext>
              </a:extLst>
            </p:cNvPr>
            <p:cNvCxnSpPr>
              <a:cxnSpLocks/>
              <a:stCxn id="127" idx="0"/>
              <a:endCxn id="128" idx="2"/>
            </p:cNvCxnSpPr>
            <p:nvPr/>
          </p:nvCxnSpPr>
          <p:spPr>
            <a:xfrm rot="5400000" flipH="1" flipV="1">
              <a:off x="5972362" y="-12971732"/>
              <a:ext cx="2548837" cy="3682448"/>
            </a:xfrm>
            <a:prstGeom prst="bentConnector3">
              <a:avLst>
                <a:gd name="adj1" fmla="val 73920"/>
              </a:avLst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B606519-998B-2D07-F9A5-5B63374A8417}"/>
                    </a:ext>
                  </a:extLst>
                </p:cNvPr>
                <p:cNvSpPr/>
                <p:nvPr/>
              </p:nvSpPr>
              <p:spPr>
                <a:xfrm>
                  <a:off x="7274837" y="-11403074"/>
                  <a:ext cx="4158919" cy="203246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Relative Error with Corrector at POI and Convert to Vector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𝒄𝒓𝒆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</m:t>
                        </m:r>
                        <m:sSup>
                          <m:s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𝒄𝒓𝒆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B606519-998B-2D07-F9A5-5B63374A84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4837" y="-11403074"/>
                  <a:ext cx="4158919" cy="2032461"/>
                </a:xfrm>
                <a:prstGeom prst="rect">
                  <a:avLst/>
                </a:prstGeom>
                <a:blipFill>
                  <a:blip r:embed="rId11"/>
                  <a:stretch>
                    <a:fillRect t="-1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94F9518B-7D74-A893-9BBE-E759E8D73406}"/>
                    </a:ext>
                  </a:extLst>
                </p:cNvPr>
                <p:cNvSpPr/>
                <p:nvPr/>
              </p:nvSpPr>
              <p:spPr>
                <a:xfrm>
                  <a:off x="10135597" y="-9026767"/>
                  <a:ext cx="2117558" cy="5735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bg1"/>
                      </a:solidFill>
                    </a:rPr>
                    <a:t>Solution: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</m:oMath>
                  </a14:m>
                  <a:endParaRPr lang="en-US" sz="28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94F9518B-7D74-A893-9BBE-E759E8D734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5597" y="-9026767"/>
                  <a:ext cx="2117558" cy="573505"/>
                </a:xfrm>
                <a:prstGeom prst="rect">
                  <a:avLst/>
                </a:prstGeom>
                <a:blipFill>
                  <a:blip r:embed="rId12"/>
                  <a:stretch>
                    <a:fillRect l="-3553" b="-146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Connector: Elbow 133">
              <a:extLst>
                <a:ext uri="{FF2B5EF4-FFF2-40B4-BE49-F238E27FC236}">
                  <a16:creationId xmlns:a16="http://schemas.microsoft.com/office/drawing/2014/main" id="{C2C081CE-6643-CA83-C93C-EE3D3971CB80}"/>
                </a:ext>
              </a:extLst>
            </p:cNvPr>
            <p:cNvCxnSpPr>
              <a:cxnSpLocks/>
              <a:stCxn id="131" idx="2"/>
              <a:endCxn id="132" idx="1"/>
            </p:cNvCxnSpPr>
            <p:nvPr/>
          </p:nvCxnSpPr>
          <p:spPr>
            <a:xfrm rot="16200000" flipH="1">
              <a:off x="9429648" y="-9445964"/>
              <a:ext cx="630599" cy="781300"/>
            </a:xfrm>
            <a:prstGeom prst="bentConnector2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B716B490-DA6F-AAE8-98B3-CD0754ADB5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4946" y="-12373323"/>
              <a:ext cx="1" cy="968377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BB44B392-A02C-3BDA-9A4A-18F7AB059160}"/>
                </a:ext>
              </a:extLst>
            </p:cNvPr>
            <p:cNvCxnSpPr>
              <a:cxnSpLocks/>
              <a:stCxn id="124" idx="2"/>
            </p:cNvCxnSpPr>
            <p:nvPr/>
          </p:nvCxnSpPr>
          <p:spPr>
            <a:xfrm>
              <a:off x="3468472" y="-13814962"/>
              <a:ext cx="0" cy="639004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E45D8E08-B4F1-8B9F-2004-FC0650E8E658}"/>
                </a:ext>
              </a:extLst>
            </p:cNvPr>
            <p:cNvCxnSpPr>
              <a:cxnSpLocks/>
              <a:endCxn id="126" idx="0"/>
            </p:cNvCxnSpPr>
            <p:nvPr/>
          </p:nvCxnSpPr>
          <p:spPr>
            <a:xfrm>
              <a:off x="3468473" y="-12557826"/>
              <a:ext cx="0" cy="53405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DCAA5184-6872-AF41-143C-46F196CFC177}"/>
              </a:ext>
            </a:extLst>
          </p:cNvPr>
          <p:cNvSpPr txBox="1"/>
          <p:nvPr/>
        </p:nvSpPr>
        <p:spPr>
          <a:xfrm>
            <a:off x="923978" y="-7558015"/>
            <a:ext cx="12234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2. Corrector parasitic error is propagated to the system using the corrector difference transform solved by the process in the flowchart.</a:t>
            </a:r>
            <a:endParaRPr lang="en-US" sz="3200" dirty="0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05D2000A-0504-81CC-8672-30ADDE630593}"/>
              </a:ext>
            </a:extLst>
          </p:cNvPr>
          <p:cNvSpPr txBox="1"/>
          <p:nvPr/>
        </p:nvSpPr>
        <p:spPr>
          <a:xfrm>
            <a:off x="6521146" y="-357939"/>
            <a:ext cx="769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1m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EA446D6-7EB6-075A-4739-CEF76987F8B4}"/>
              </a:ext>
            </a:extLst>
          </p:cNvPr>
          <p:cNvGrpSpPr/>
          <p:nvPr/>
        </p:nvGrpSpPr>
        <p:grpSpPr>
          <a:xfrm>
            <a:off x="-12149042" y="-2793703"/>
            <a:ext cx="13009798" cy="15461954"/>
            <a:chOff x="13338337" y="-17575823"/>
            <a:chExt cx="13009798" cy="1502380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FDCF7CE-A945-1F47-31F5-13157DF4291C}"/>
                </a:ext>
              </a:extLst>
            </p:cNvPr>
            <p:cNvSpPr txBox="1"/>
            <p:nvPr/>
          </p:nvSpPr>
          <p:spPr>
            <a:xfrm>
              <a:off x="13557841" y="-17181209"/>
              <a:ext cx="12790294" cy="1525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ERROR PROPAGATION BY HOMOGENEOUS TRANSFORMS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4608207-8FEE-6878-B6F4-38D3D84861FB}"/>
                </a:ext>
              </a:extLst>
            </p:cNvPr>
            <p:cNvSpPr/>
            <p:nvPr/>
          </p:nvSpPr>
          <p:spPr>
            <a:xfrm>
              <a:off x="13367840" y="-6601870"/>
              <a:ext cx="12763990" cy="40498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79" indent="-685879">
                <a:buFont typeface="Arial" panose="020B0604020202020204" pitchFamily="34" charset="0"/>
                <a:buChar char="•"/>
              </a:pPr>
              <a:r>
                <a:rPr lang="en-US" sz="4801" dirty="0">
                  <a:solidFill>
                    <a:schemeClr val="tx1"/>
                  </a:solidFill>
                </a:rPr>
                <a:t>Compute absolute and relative error between the global reference and point of interest.</a:t>
              </a:r>
            </a:p>
          </p:txBody>
        </p:sp>
        <p:pic>
          <p:nvPicPr>
            <p:cNvPr id="70" name="Picture 69" descr="A diagram of a function&#10;&#10;AI-generated content may be incorrect.">
              <a:extLst>
                <a:ext uri="{FF2B5EF4-FFF2-40B4-BE49-F238E27FC236}">
                  <a16:creationId xmlns:a16="http://schemas.microsoft.com/office/drawing/2014/main" id="{76B00C80-FB2B-D537-8A65-E7F531AF0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691962" y="-15518917"/>
              <a:ext cx="7083700" cy="53127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1BB21DC-8047-FD3D-ACDB-4E46CBA8E276}"/>
                    </a:ext>
                  </a:extLst>
                </p:cNvPr>
                <p:cNvSpPr/>
                <p:nvPr/>
              </p:nvSpPr>
              <p:spPr>
                <a:xfrm>
                  <a:off x="13614996" y="-9738257"/>
                  <a:ext cx="12292300" cy="25890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∗…∗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				(eq. 1)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∗…∗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(eq. 2)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						</a:t>
                  </a:r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(eq. 3)</a:t>
                  </a:r>
                </a:p>
                <a:p>
                  <a:endParaRPr lang="en-US" sz="6001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480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1BB21DC-8047-FD3D-ACDB-4E46CBA8E2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14996" y="-9738257"/>
                  <a:ext cx="12292300" cy="2589054"/>
                </a:xfrm>
                <a:prstGeom prst="rect">
                  <a:avLst/>
                </a:prstGeom>
                <a:blipFill>
                  <a:blip r:embed="rId14"/>
                  <a:stretch>
                    <a:fillRect t="-4907" b="-4907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2" name="Picture 2">
              <a:extLst>
                <a:ext uri="{FF2B5EF4-FFF2-40B4-BE49-F238E27FC236}">
                  <a16:creationId xmlns:a16="http://schemas.microsoft.com/office/drawing/2014/main" id="{BC318B89-6232-BF28-F0F0-E0A0AC268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43950" y="-13952615"/>
              <a:ext cx="4864116" cy="212174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2D69374-2AC1-CAA0-B4BE-C9B4E239DFAD}"/>
                </a:ext>
              </a:extLst>
            </p:cNvPr>
            <p:cNvSpPr/>
            <p:nvPr/>
          </p:nvSpPr>
          <p:spPr>
            <a:xfrm>
              <a:off x="13338337" y="-17575823"/>
              <a:ext cx="12801600" cy="15023803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0" name="TextBox 259">
            <a:extLst>
              <a:ext uri="{FF2B5EF4-FFF2-40B4-BE49-F238E27FC236}">
                <a16:creationId xmlns:a16="http://schemas.microsoft.com/office/drawing/2014/main" id="{41C9033E-D1F5-E164-4A15-58185C843439}"/>
              </a:ext>
            </a:extLst>
          </p:cNvPr>
          <p:cNvSpPr txBox="1"/>
          <p:nvPr/>
        </p:nvSpPr>
        <p:spPr>
          <a:xfrm>
            <a:off x="529107" y="-5775529"/>
            <a:ext cx="1044831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MODEL VALIDATION 1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3F42DA29-AF4B-A831-DBF0-CA58D227ACD4}"/>
              </a:ext>
            </a:extLst>
          </p:cNvPr>
          <p:cNvSpPr/>
          <p:nvPr/>
        </p:nvSpPr>
        <p:spPr>
          <a:xfrm>
            <a:off x="646028" y="14029607"/>
            <a:ext cx="12646876" cy="61396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79" indent="-685879">
              <a:buFont typeface="Arial" panose="020B0604020202020204" pitchFamily="34" charset="0"/>
              <a:buChar char="•"/>
            </a:pPr>
            <a:r>
              <a:rPr lang="en-US" sz="4801" dirty="0">
                <a:solidFill>
                  <a:schemeClr val="tx1"/>
                </a:solidFill>
              </a:rPr>
              <a:t>A corrector at the origin corrects to the resolution of the adjuster with crosstalk.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FA9D3A4-A80A-19CB-CFC9-56631F73DF0B}"/>
              </a:ext>
            </a:extLst>
          </p:cNvPr>
          <p:cNvGrpSpPr>
            <a:grpSpLocks noChangeAspect="1"/>
          </p:cNvGrpSpPr>
          <p:nvPr/>
        </p:nvGrpSpPr>
        <p:grpSpPr>
          <a:xfrm>
            <a:off x="2388619" y="-2039171"/>
            <a:ext cx="9034817" cy="4557277"/>
            <a:chOff x="6096000" y="4416925"/>
            <a:chExt cx="6086076" cy="1860927"/>
          </a:xfrm>
        </p:grpSpPr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AC4401F5-958B-1ECD-C24B-806722F3F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5076899"/>
              <a:ext cx="0" cy="4959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83E3417E-0745-6312-196A-D6B419EE0F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D6FE0E40-C4F5-7E65-0576-525FB6D7DF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2932" y="5566996"/>
              <a:ext cx="246021" cy="1995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B47EAE2-3DBC-921C-457A-5F93B31C1211}"/>
                </a:ext>
              </a:extLst>
            </p:cNvPr>
            <p:cNvSpPr txBox="1"/>
            <p:nvPr/>
          </p:nvSpPr>
          <p:spPr>
            <a:xfrm>
              <a:off x="6462741" y="5517618"/>
              <a:ext cx="285289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z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D3817E4-2DDA-C717-A4DC-1AA72F046E50}"/>
                </a:ext>
              </a:extLst>
            </p:cNvPr>
            <p:cNvSpPr txBox="1"/>
            <p:nvPr/>
          </p:nvSpPr>
          <p:spPr>
            <a:xfrm>
              <a:off x="6715857" y="4880914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y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1F80FA0-F0C5-0444-6C39-99CC3525F2F5}"/>
                </a:ext>
              </a:extLst>
            </p:cNvPr>
            <p:cNvSpPr txBox="1"/>
            <p:nvPr/>
          </p:nvSpPr>
          <p:spPr>
            <a:xfrm>
              <a:off x="7623846" y="5458460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x</a:t>
              </a:r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34951F58-B79A-8E24-B13E-494396A402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25749" y="4772567"/>
              <a:ext cx="88419" cy="4773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D47AF85-BF59-A2CC-179F-0F6800534032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09A5C233-9BF2-B57D-0828-434656D62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6094" y="5256278"/>
              <a:ext cx="273874" cy="2529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A303DD1-0CC9-F48B-DA14-BCFD23D8B162}"/>
                </a:ext>
              </a:extLst>
            </p:cNvPr>
            <p:cNvSpPr txBox="1"/>
            <p:nvPr/>
          </p:nvSpPr>
          <p:spPr>
            <a:xfrm>
              <a:off x="9461052" y="4593485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y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BACE565-29B8-63D3-59A2-4628D8E75EFA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6EC3A9D-66CD-9E1E-C6B5-2EC8F5DC427F}"/>
                </a:ext>
              </a:extLst>
            </p:cNvPr>
            <p:cNvSpPr txBox="1"/>
            <p:nvPr/>
          </p:nvSpPr>
          <p:spPr>
            <a:xfrm>
              <a:off x="9283994" y="5278751"/>
              <a:ext cx="285289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z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0AEE4B6-48DA-9D4A-9CE6-B676EA5046B1}"/>
                </a:ext>
              </a:extLst>
            </p:cNvPr>
            <p:cNvSpPr txBox="1"/>
            <p:nvPr/>
          </p:nvSpPr>
          <p:spPr>
            <a:xfrm>
              <a:off x="10554529" y="4912724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x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E68EA4BE-11EB-122C-3D13-C5D60C34049E}"/>
                </a:ext>
              </a:extLst>
            </p:cNvPr>
            <p:cNvGrpSpPr/>
            <p:nvPr/>
          </p:nvGrpSpPr>
          <p:grpSpPr>
            <a:xfrm rot="525620">
              <a:off x="9649637" y="5030472"/>
              <a:ext cx="819354" cy="759586"/>
              <a:chOff x="4531460" y="5076408"/>
              <a:chExt cx="587357" cy="510202"/>
            </a:xfrm>
          </p:grpSpPr>
          <p:cxnSp>
            <p:nvCxnSpPr>
              <p:cNvPr id="1029" name="Straight Arrow Connector 1028">
                <a:extLst>
                  <a:ext uri="{FF2B5EF4-FFF2-40B4-BE49-F238E27FC236}">
                    <a16:creationId xmlns:a16="http://schemas.microsoft.com/office/drawing/2014/main" id="{2007729C-D436-D8F2-662E-7C3212E1D04B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V="1">
                <a:off x="4647374" y="5076408"/>
                <a:ext cx="0" cy="331157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0" name="Straight Arrow Connector 1029">
                <a:extLst>
                  <a:ext uri="{FF2B5EF4-FFF2-40B4-BE49-F238E27FC236}">
                    <a16:creationId xmlns:a16="http://schemas.microsoft.com/office/drawing/2014/main" id="{AD8D4B3E-7E67-EDFD-85CC-DE8F86BF4305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>
                <a:off x="4681353" y="5370669"/>
                <a:ext cx="437464" cy="0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1" name="Straight Arrow Connector 1030">
                <a:extLst>
                  <a:ext uri="{FF2B5EF4-FFF2-40B4-BE49-F238E27FC236}">
                    <a16:creationId xmlns:a16="http://schemas.microsoft.com/office/drawing/2014/main" id="{D463FDF6-7BAD-9F83-5CA1-EF53C84C6559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531460" y="539616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8747F569-744D-0848-9445-F543EA267C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8115E2A-5BCD-5D08-FFBF-AB331EF388CA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DBBB56DE-D0A4-63E3-A46C-3BB9CE44B8BF}"/>
                    </a:ext>
                  </a:extLst>
                </p:cNvPr>
                <p:cNvSpPr/>
                <p:nvPr/>
              </p:nvSpPr>
              <p:spPr>
                <a:xfrm>
                  <a:off x="9895249" y="4727826"/>
                  <a:ext cx="686004" cy="2548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</m:oMath>
                    </m:oMathPara>
                  </a14:m>
                  <a:endParaRPr lang="en-US" sz="36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DBBB56DE-D0A4-63E3-A46C-3BB9CE44B8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249" y="4727826"/>
                  <a:ext cx="686004" cy="25484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8BFE1737-A195-BEC5-3AE2-631DE27E8ABD}"/>
                    </a:ext>
                  </a:extLst>
                </p:cNvPr>
                <p:cNvSpPr/>
                <p:nvPr/>
              </p:nvSpPr>
              <p:spPr>
                <a:xfrm>
                  <a:off x="9082254" y="4416925"/>
                  <a:ext cx="578592" cy="2387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𝒂𝒆</m:t>
                            </m:r>
                          </m:sub>
                        </m:sSub>
                      </m:oMath>
                    </m:oMathPara>
                  </a14:m>
                  <a:endParaRPr lang="en-US" sz="36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8BFE1737-A195-BEC5-3AE2-631DE27E8A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2254" y="4416925"/>
                  <a:ext cx="578592" cy="23878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746729A-B3EA-7998-4F3C-8FCA55B12D7A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E45E03F3-B402-0C44-70C9-F1070E4B88B4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55C2CAC-DC18-EAAA-2F96-FD7A8CD39F33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8E065952-249B-501D-AE92-024F6CB8BCC4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6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8E065952-249B-501D-AE92-024F6CB8BC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18"/>
                  <a:stretch>
                    <a:fillRect t="-4839" r="-4153" b="-2338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A606764-8D1A-DCF4-756A-38F5146E80AC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28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A606764-8D1A-DCF4-756A-38F5146E80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27502824-910C-34CD-5EE3-43FCA5F00788}"/>
                </a:ext>
              </a:extLst>
            </p:cNvPr>
            <p:cNvSpPr txBox="1"/>
            <p:nvPr/>
          </p:nvSpPr>
          <p:spPr>
            <a:xfrm>
              <a:off x="8847172" y="5582676"/>
              <a:ext cx="518531" cy="238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</a:rPr>
                <a:t>1m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" name="Rectangle 1026">
                  <a:extLst>
                    <a:ext uri="{FF2B5EF4-FFF2-40B4-BE49-F238E27FC236}">
                      <a16:creationId xmlns:a16="http://schemas.microsoft.com/office/drawing/2014/main" id="{45179B4C-611C-0235-DE4F-948996D74A03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6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1027" name="Rectangle 1026">
                  <a:extLst>
                    <a:ext uri="{FF2B5EF4-FFF2-40B4-BE49-F238E27FC236}">
                      <a16:creationId xmlns:a16="http://schemas.microsoft.com/office/drawing/2014/main" id="{45179B4C-611C-0235-DE4F-948996D74A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blipFill>
                  <a:blip r:embed="rId20"/>
                  <a:stretch>
                    <a:fillRect t="-4032" r="-4090" b="-2338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2E203877-6B60-FF54-5AEE-9C9F1BB3D88D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32" name="Content Placeholder 7">
                <a:extLst>
                  <a:ext uri="{FF2B5EF4-FFF2-40B4-BE49-F238E27FC236}">
                    <a16:creationId xmlns:a16="http://schemas.microsoft.com/office/drawing/2014/main" id="{508DF0C2-481A-4F24-0E2E-23DAF40DA64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68060173"/>
                  </p:ext>
                </p:extLst>
              </p:nvPr>
            </p:nvGraphicFramePr>
            <p:xfrm>
              <a:off x="852134" y="-4512645"/>
              <a:ext cx="12206464" cy="21336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1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2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5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4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1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45487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Vector Name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X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Y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Z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227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Rae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0.9999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227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Re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-0.0001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0.0170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227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Rce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0.0025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0.0025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32" name="Content Placeholder 7">
                <a:extLst>
                  <a:ext uri="{FF2B5EF4-FFF2-40B4-BE49-F238E27FC236}">
                    <a16:creationId xmlns:a16="http://schemas.microsoft.com/office/drawing/2014/main" id="{508DF0C2-481A-4F24-0E2E-23DAF40DA64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68060173"/>
                  </p:ext>
                </p:extLst>
              </p:nvPr>
            </p:nvGraphicFramePr>
            <p:xfrm>
              <a:off x="852134" y="-4512645"/>
              <a:ext cx="12206464" cy="21336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1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2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5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4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1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534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Vector Name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X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Y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Z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1"/>
                          <a:stretch>
                            <a:fillRect l="-685561" t="-12143" r="-288770" b="-17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1"/>
                          <a:stretch>
                            <a:fillRect l="-781383" t="-12143" r="-187234" b="-17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1"/>
                          <a:stretch>
                            <a:fillRect l="-476149" t="-12143" r="-1149" b="-17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Rae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0.9999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Re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-0.0001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0.0170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Rce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0.0025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0.0025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C0EE2CD7-4EEA-A9A3-3B0C-1BEEFB6D9A6D}"/>
                  </a:ext>
                </a:extLst>
              </p:cNvPr>
              <p:cNvSpPr txBox="1"/>
              <p:nvPr/>
            </p:nvSpPr>
            <p:spPr>
              <a:xfrm>
                <a:off x="1990786" y="2516335"/>
                <a:ext cx="10008444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i="1" dirty="0"/>
                  <a:t>FIGURE 3. A 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3200" dirty="0"/>
                  <a:t> error is corrected to 2.5mrad with the corrector located at the origin.</a:t>
                </a:r>
              </a:p>
            </p:txBody>
          </p:sp>
        </mc:Choice>
        <mc:Fallback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C0EE2CD7-4EEA-A9A3-3B0C-1BEEFB6D9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86" y="2516335"/>
                <a:ext cx="10008444" cy="1077218"/>
              </a:xfrm>
              <a:prstGeom prst="rect">
                <a:avLst/>
              </a:prstGeom>
              <a:blipFill>
                <a:blip r:embed="rId22"/>
                <a:stretch>
                  <a:fillRect l="-1584" t="-681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TextBox 269">
            <a:extLst>
              <a:ext uri="{FF2B5EF4-FFF2-40B4-BE49-F238E27FC236}">
                <a16:creationId xmlns:a16="http://schemas.microsoft.com/office/drawing/2014/main" id="{D81901BB-B90C-F533-8B6D-517E0B0CAF44}"/>
              </a:ext>
            </a:extLst>
          </p:cNvPr>
          <p:cNvSpPr txBox="1"/>
          <p:nvPr/>
        </p:nvSpPr>
        <p:spPr>
          <a:xfrm>
            <a:off x="534281" y="3999198"/>
            <a:ext cx="12772098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MODEL VALIDATION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0" name="Content Placeholder 7">
                <a:extLst>
                  <a:ext uri="{FF2B5EF4-FFF2-40B4-BE49-F238E27FC236}">
                    <a16:creationId xmlns:a16="http://schemas.microsoft.com/office/drawing/2014/main" id="{EC1CCC6F-98B2-77A0-2B0A-C6B74B93DD3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32109172"/>
                  </p:ext>
                </p:extLst>
              </p:nvPr>
            </p:nvGraphicFramePr>
            <p:xfrm>
              <a:off x="802797" y="5266708"/>
              <a:ext cx="12206460" cy="22098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0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0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1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6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3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0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839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Vector Name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X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Y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Z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Rae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0.9999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Re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-0.0001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Rce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-0.0004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0.0310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0.0025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0" name="Content Placeholder 7">
                <a:extLst>
                  <a:ext uri="{FF2B5EF4-FFF2-40B4-BE49-F238E27FC236}">
                    <a16:creationId xmlns:a16="http://schemas.microsoft.com/office/drawing/2014/main" id="{EC1CCC6F-98B2-77A0-2B0A-C6B74B93DD3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32109172"/>
                  </p:ext>
                </p:extLst>
              </p:nvPr>
            </p:nvGraphicFramePr>
            <p:xfrm>
              <a:off x="802797" y="5266708"/>
              <a:ext cx="12206460" cy="22098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0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0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1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6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3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0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839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Vector Name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X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Y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Z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685561" t="-11644" r="-288770" b="-173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781383" t="-11644" r="-187234" b="-173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476149" t="-11644" r="-1149" b="-1739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Rae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0.9999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Re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-0.0001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Rce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-0.0004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0.0310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0.0025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8" name="Rectangle 267">
            <a:extLst>
              <a:ext uri="{FF2B5EF4-FFF2-40B4-BE49-F238E27FC236}">
                <a16:creationId xmlns:a16="http://schemas.microsoft.com/office/drawing/2014/main" id="{9F8B7F15-F8FD-62A5-5CB9-911F5EEC516D}"/>
              </a:ext>
            </a:extLst>
          </p:cNvPr>
          <p:cNvSpPr/>
          <p:nvPr/>
        </p:nvSpPr>
        <p:spPr>
          <a:xfrm>
            <a:off x="651203" y="3593553"/>
            <a:ext cx="12688103" cy="1657570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FEE3E7C1-CAE2-0706-7A37-5958EA1FEFD0}"/>
              </a:ext>
            </a:extLst>
          </p:cNvPr>
          <p:cNvGrpSpPr>
            <a:grpSpLocks noChangeAspect="1"/>
          </p:cNvGrpSpPr>
          <p:nvPr/>
        </p:nvGrpSpPr>
        <p:grpSpPr>
          <a:xfrm>
            <a:off x="1236990" y="7664023"/>
            <a:ext cx="11599250" cy="4430883"/>
            <a:chOff x="1094291" y="4049983"/>
            <a:chExt cx="7171964" cy="2596288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213333F5-2E82-3A1A-CDB6-9ADB3E740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6739" y="4914648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8" name="Straight Arrow Connector 1087">
              <a:extLst>
                <a:ext uri="{FF2B5EF4-FFF2-40B4-BE49-F238E27FC236}">
                  <a16:creationId xmlns:a16="http://schemas.microsoft.com/office/drawing/2014/main" id="{DBD4F48E-E1AA-6505-8577-19FBEF8EC4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1654" y="5926649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9" name="Straight Arrow Connector 1088">
              <a:extLst>
                <a:ext uri="{FF2B5EF4-FFF2-40B4-BE49-F238E27FC236}">
                  <a16:creationId xmlns:a16="http://schemas.microsoft.com/office/drawing/2014/main" id="{2A52EB21-48D0-AE60-F170-5DB6DA842D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326" y="5926649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3646AA03-0F7C-95B9-D083-58E3F693BC78}"/>
                </a:ext>
              </a:extLst>
            </p:cNvPr>
            <p:cNvSpPr txBox="1"/>
            <p:nvPr/>
          </p:nvSpPr>
          <p:spPr>
            <a:xfrm>
              <a:off x="1280520" y="5818113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8B8155B9-A047-78DE-DDE0-8BFEF15ED55B}"/>
                </a:ext>
              </a:extLst>
            </p:cNvPr>
            <p:cNvSpPr txBox="1"/>
            <p:nvPr/>
          </p:nvSpPr>
          <p:spPr>
            <a:xfrm>
              <a:off x="1602076" y="4656623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9E8A94C8-8EC5-9D17-A387-D67F653809BB}"/>
                </a:ext>
              </a:extLst>
            </p:cNvPr>
            <p:cNvSpPr txBox="1"/>
            <p:nvPr/>
          </p:nvSpPr>
          <p:spPr>
            <a:xfrm>
              <a:off x="2604171" y="5818113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p:cxnSp>
          <p:nvCxnSpPr>
            <p:cNvPr id="1093" name="Straight Arrow Connector 1092">
              <a:extLst>
                <a:ext uri="{FF2B5EF4-FFF2-40B4-BE49-F238E27FC236}">
                  <a16:creationId xmlns:a16="http://schemas.microsoft.com/office/drawing/2014/main" id="{74B807A2-0A35-4BAD-E41D-A033D1E7FB8F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31390" y="4626894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4" name="Straight Arrow Connector 1093">
              <a:extLst>
                <a:ext uri="{FF2B5EF4-FFF2-40B4-BE49-F238E27FC236}">
                  <a16:creationId xmlns:a16="http://schemas.microsoft.com/office/drawing/2014/main" id="{101B87CF-5E5F-6648-FBF7-BFCC70EC910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79432" y="5576865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5" name="Straight Arrow Connector 1094">
              <a:extLst>
                <a:ext uri="{FF2B5EF4-FFF2-40B4-BE49-F238E27FC236}">
                  <a16:creationId xmlns:a16="http://schemas.microsoft.com/office/drawing/2014/main" id="{0E0FF8EB-6AF4-440E-9F14-B94FF2767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2307" y="5631489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1E58CA8E-AF7B-DB35-23EB-DD9D456EC18C}"/>
                </a:ext>
              </a:extLst>
            </p:cNvPr>
            <p:cNvSpPr txBox="1"/>
            <p:nvPr/>
          </p:nvSpPr>
          <p:spPr>
            <a:xfrm>
              <a:off x="4390252" y="4590942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054B821A-9790-4521-AAEE-F004ACE60EF1}"/>
                </a:ext>
              </a:extLst>
            </p:cNvPr>
            <p:cNvCxnSpPr/>
            <p:nvPr/>
          </p:nvCxnSpPr>
          <p:spPr>
            <a:xfrm flipV="1">
              <a:off x="1974943" y="5631489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8" name="TextBox 1097">
              <a:extLst>
                <a:ext uri="{FF2B5EF4-FFF2-40B4-BE49-F238E27FC236}">
                  <a16:creationId xmlns:a16="http://schemas.microsoft.com/office/drawing/2014/main" id="{B6F85E57-0E46-2383-CC9C-F7CC3A0F6DF9}"/>
                </a:ext>
              </a:extLst>
            </p:cNvPr>
            <p:cNvSpPr txBox="1"/>
            <p:nvPr/>
          </p:nvSpPr>
          <p:spPr>
            <a:xfrm>
              <a:off x="4366854" y="5924919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099" name="TextBox 1098">
              <a:extLst>
                <a:ext uri="{FF2B5EF4-FFF2-40B4-BE49-F238E27FC236}">
                  <a16:creationId xmlns:a16="http://schemas.microsoft.com/office/drawing/2014/main" id="{4DCA6EB9-794A-D6C8-EC58-AF48C88BAD14}"/>
                </a:ext>
              </a:extLst>
            </p:cNvPr>
            <p:cNvSpPr txBox="1"/>
            <p:nvPr/>
          </p:nvSpPr>
          <p:spPr>
            <a:xfrm>
              <a:off x="5542253" y="5479646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p:grpSp>
          <p:nvGrpSpPr>
            <p:cNvPr id="1100" name="Group 1099">
              <a:extLst>
                <a:ext uri="{FF2B5EF4-FFF2-40B4-BE49-F238E27FC236}">
                  <a16:creationId xmlns:a16="http://schemas.microsoft.com/office/drawing/2014/main" id="{73432E69-16FD-2E42-989F-5732D7933F40}"/>
                </a:ext>
              </a:extLst>
            </p:cNvPr>
            <p:cNvGrpSpPr/>
            <p:nvPr/>
          </p:nvGrpSpPr>
          <p:grpSpPr>
            <a:xfrm rot="525620">
              <a:off x="4647247" y="4341121"/>
              <a:ext cx="1235329" cy="1332772"/>
              <a:chOff x="4470163" y="4586313"/>
              <a:chExt cx="885549" cy="895203"/>
            </a:xfrm>
          </p:grpSpPr>
          <p:cxnSp>
            <p:nvCxnSpPr>
              <p:cNvPr id="1129" name="Straight Arrow Connector 1128">
                <a:extLst>
                  <a:ext uri="{FF2B5EF4-FFF2-40B4-BE49-F238E27FC236}">
                    <a16:creationId xmlns:a16="http://schemas.microsoft.com/office/drawing/2014/main" id="{F3B8C6FD-6872-EBA6-C823-71B4304015B9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07601" y="4586313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0" name="Straight Arrow Connector 1129">
                <a:extLst>
                  <a:ext uri="{FF2B5EF4-FFF2-40B4-BE49-F238E27FC236}">
                    <a16:creationId xmlns:a16="http://schemas.microsoft.com/office/drawing/2014/main" id="{007DD2EF-F96A-575D-9493-9592F3DB9858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42040" y="5224394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1" name="Straight Arrow Connector 1130">
                <a:extLst>
                  <a:ext uri="{FF2B5EF4-FFF2-40B4-BE49-F238E27FC236}">
                    <a16:creationId xmlns:a16="http://schemas.microsoft.com/office/drawing/2014/main" id="{4B612834-5B57-A525-B880-7FAD781528FE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0163" y="5291070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01" name="Straight Arrow Connector 1100">
              <a:extLst>
                <a:ext uri="{FF2B5EF4-FFF2-40B4-BE49-F238E27FC236}">
                  <a16:creationId xmlns:a16="http://schemas.microsoft.com/office/drawing/2014/main" id="{6C961E31-0A4F-28F0-5375-9783EC4A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2287" y="5341182"/>
              <a:ext cx="7581" cy="5854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B2D7DE7A-59C5-EE35-3A8E-9089F5A9CF46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39" y="5926648"/>
              <a:ext cx="3014020" cy="11281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66AD20D8-7B0E-B1E1-90A2-FCA5B4052E99}"/>
                </a:ext>
              </a:extLst>
            </p:cNvPr>
            <p:cNvSpPr/>
            <p:nvPr/>
          </p:nvSpPr>
          <p:spPr>
            <a:xfrm>
              <a:off x="4976037" y="4287032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52A3A1A3-1D96-E192-40DF-CD01DC72E5F9}"/>
                </a:ext>
              </a:extLst>
            </p:cNvPr>
            <p:cNvSpPr/>
            <p:nvPr/>
          </p:nvSpPr>
          <p:spPr>
            <a:xfrm>
              <a:off x="3785574" y="4282943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360518C8-CD71-E4F7-975C-2644ACC8B9E2}"/>
                </a:ext>
              </a:extLst>
            </p:cNvPr>
            <p:cNvSpPr/>
            <p:nvPr/>
          </p:nvSpPr>
          <p:spPr>
            <a:xfrm>
              <a:off x="4960759" y="5476265"/>
              <a:ext cx="491628" cy="763552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5536D98B-09AA-024B-3D2C-3C9C400BC2AE}"/>
                </a:ext>
              </a:extLst>
            </p:cNvPr>
            <p:cNvSpPr/>
            <p:nvPr/>
          </p:nvSpPr>
          <p:spPr>
            <a:xfrm>
              <a:off x="4960759" y="6239816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8D8962ED-2BFF-7199-BFBE-47074D5CC3C1}"/>
                </a:ext>
              </a:extLst>
            </p:cNvPr>
            <p:cNvSpPr/>
            <p:nvPr/>
          </p:nvSpPr>
          <p:spPr>
            <a:xfrm rot="6301538">
              <a:off x="3082399" y="5461794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75B38B00-56C3-95BA-78F9-D8AA9035C06F}"/>
                    </a:ext>
                  </a:extLst>
                </p:cNvPr>
                <p:cNvSpPr/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2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75B38B00-56C3-95BA-78F9-D8AA9035C0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blipFill>
                  <a:blip r:embed="rId25"/>
                  <a:stretch>
                    <a:fillRect t="-4505" r="-3534" b="-2252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60DF2EF2-01A4-4AFB-72FC-3D8257864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6348" y="5268532"/>
              <a:ext cx="2425635" cy="33177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A475903C-BF71-D80E-BB0C-4B090D3AD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3962" y="5276710"/>
              <a:ext cx="2446730" cy="366098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C9E66EBB-9C24-65E4-8C46-A275DBE79F75}"/>
                </a:ext>
              </a:extLst>
            </p:cNvPr>
            <p:cNvGrpSpPr/>
            <p:nvPr/>
          </p:nvGrpSpPr>
          <p:grpSpPr>
            <a:xfrm rot="21156203">
              <a:off x="6814720" y="4197957"/>
              <a:ext cx="1396891" cy="1453324"/>
              <a:chOff x="6854279" y="4258831"/>
              <a:chExt cx="1396891" cy="1453324"/>
            </a:xfrm>
          </p:grpSpPr>
          <p:cxnSp>
            <p:nvCxnSpPr>
              <p:cNvPr id="1126" name="Straight Arrow Connector 1125">
                <a:extLst>
                  <a:ext uri="{FF2B5EF4-FFF2-40B4-BE49-F238E27FC236}">
                    <a16:creationId xmlns:a16="http://schemas.microsoft.com/office/drawing/2014/main" id="{04AB0F01-A7B5-B212-80FB-5D79741A6B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0692" y="4258831"/>
                <a:ext cx="0" cy="10178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7" name="Straight Arrow Connector 1126">
                <a:extLst>
                  <a:ext uri="{FF2B5EF4-FFF2-40B4-BE49-F238E27FC236}">
                    <a16:creationId xmlns:a16="http://schemas.microsoft.com/office/drawing/2014/main" id="{30650127-2BB3-54A4-652B-3591D4B26F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5607" y="5270832"/>
                <a:ext cx="995563" cy="58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8" name="Straight Arrow Connector 1127">
                <a:extLst>
                  <a:ext uri="{FF2B5EF4-FFF2-40B4-BE49-F238E27FC236}">
                    <a16:creationId xmlns:a16="http://schemas.microsoft.com/office/drawing/2014/main" id="{8F7099B5-5186-C7F5-69EA-5B51B0EA16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4279" y="5270832"/>
                <a:ext cx="444617" cy="4413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57E3A933-5D23-7980-1526-7BDFBCB21288}"/>
                </a:ext>
              </a:extLst>
            </p:cNvPr>
            <p:cNvSpPr txBox="1"/>
            <p:nvPr/>
          </p:nvSpPr>
          <p:spPr>
            <a:xfrm>
              <a:off x="6990364" y="5484502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113" name="TextBox 1112">
              <a:extLst>
                <a:ext uri="{FF2B5EF4-FFF2-40B4-BE49-F238E27FC236}">
                  <a16:creationId xmlns:a16="http://schemas.microsoft.com/office/drawing/2014/main" id="{F6DB8146-1FC2-99F1-259E-918560566FED}"/>
                </a:ext>
              </a:extLst>
            </p:cNvPr>
            <p:cNvSpPr txBox="1"/>
            <p:nvPr/>
          </p:nvSpPr>
          <p:spPr>
            <a:xfrm>
              <a:off x="6826916" y="4049983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D8CB8C02-37D4-4659-B99A-6A97B4846508}"/>
                </a:ext>
              </a:extLst>
            </p:cNvPr>
            <p:cNvSpPr txBox="1"/>
            <p:nvPr/>
          </p:nvSpPr>
          <p:spPr>
            <a:xfrm>
              <a:off x="7928124" y="5162296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5" name="Rectangle 1114">
                  <a:extLst>
                    <a:ext uri="{FF2B5EF4-FFF2-40B4-BE49-F238E27FC236}">
                      <a16:creationId xmlns:a16="http://schemas.microsoft.com/office/drawing/2014/main" id="{9297BEA9-A8F0-DA14-2C3C-9824DCCC0DB6}"/>
                    </a:ext>
                  </a:extLst>
                </p:cNvPr>
                <p:cNvSpPr/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24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5" name="Rectangle 1114">
                  <a:extLst>
                    <a:ext uri="{FF2B5EF4-FFF2-40B4-BE49-F238E27FC236}">
                      <a16:creationId xmlns:a16="http://schemas.microsoft.com/office/drawing/2014/main" id="{9297BEA9-A8F0-DA14-2C3C-9824DCCC0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blipFill>
                  <a:blip r:embed="rId26"/>
                  <a:stretch>
                    <a:fillRect l="-3349" b="-235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A40D6ECA-B8EC-9444-948A-EE2B09EFDEC2}"/>
                    </a:ext>
                  </a:extLst>
                </p:cNvPr>
                <p:cNvSpPr/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2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A40D6ECA-B8EC-9444-948A-EE2B09EFDE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blipFill>
                  <a:blip r:embed="rId27"/>
                  <a:stretch>
                    <a:fillRect t="-3571" r="-3864" b="-22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01CBC929-73BF-1DCC-7B07-562CEB7AB7BB}"/>
                </a:ext>
              </a:extLst>
            </p:cNvPr>
            <p:cNvSpPr/>
            <p:nvPr/>
          </p:nvSpPr>
          <p:spPr>
            <a:xfrm rot="15762343">
              <a:off x="6352156" y="5341193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118" name="TextBox 1117">
              <a:extLst>
                <a:ext uri="{FF2B5EF4-FFF2-40B4-BE49-F238E27FC236}">
                  <a16:creationId xmlns:a16="http://schemas.microsoft.com/office/drawing/2014/main" id="{BE6447CA-CADF-D401-8BFE-1A86C61A92AE}"/>
                </a:ext>
              </a:extLst>
            </p:cNvPr>
            <p:cNvSpPr txBox="1"/>
            <p:nvPr/>
          </p:nvSpPr>
          <p:spPr>
            <a:xfrm>
              <a:off x="5930743" y="5420395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119" name="TextBox 1118">
              <a:extLst>
                <a:ext uri="{FF2B5EF4-FFF2-40B4-BE49-F238E27FC236}">
                  <a16:creationId xmlns:a16="http://schemas.microsoft.com/office/drawing/2014/main" id="{8F51A8DD-CC46-F3E8-35A7-88535E7EBF95}"/>
                </a:ext>
              </a:extLst>
            </p:cNvPr>
            <p:cNvSpPr txBox="1"/>
            <p:nvPr/>
          </p:nvSpPr>
          <p:spPr>
            <a:xfrm>
              <a:off x="3223049" y="5929490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grpSp>
          <p:nvGrpSpPr>
            <p:cNvPr id="1120" name="Group 1119">
              <a:extLst>
                <a:ext uri="{FF2B5EF4-FFF2-40B4-BE49-F238E27FC236}">
                  <a16:creationId xmlns:a16="http://schemas.microsoft.com/office/drawing/2014/main" id="{1818591C-888F-8514-18E9-01DC01706684}"/>
                </a:ext>
              </a:extLst>
            </p:cNvPr>
            <p:cNvGrpSpPr/>
            <p:nvPr/>
          </p:nvGrpSpPr>
          <p:grpSpPr>
            <a:xfrm>
              <a:off x="7270692" y="4245152"/>
              <a:ext cx="995563" cy="1017879"/>
              <a:chOff x="7408007" y="4411231"/>
              <a:chExt cx="995563" cy="1017879"/>
            </a:xfrm>
          </p:grpSpPr>
          <p:cxnSp>
            <p:nvCxnSpPr>
              <p:cNvPr id="1124" name="Straight Arrow Connector 1123">
                <a:extLst>
                  <a:ext uri="{FF2B5EF4-FFF2-40B4-BE49-F238E27FC236}">
                    <a16:creationId xmlns:a16="http://schemas.microsoft.com/office/drawing/2014/main" id="{F433F44F-FA1D-49DE-DB6F-FA09C65FB0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3092" y="4411231"/>
                <a:ext cx="0" cy="1017879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5" name="Straight Arrow Connector 1124">
                <a:extLst>
                  <a:ext uri="{FF2B5EF4-FFF2-40B4-BE49-F238E27FC236}">
                    <a16:creationId xmlns:a16="http://schemas.microsoft.com/office/drawing/2014/main" id="{AF418C7D-77B3-AE65-8262-7D3F8F2DE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08007" y="5423232"/>
                <a:ext cx="995563" cy="5878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21" name="TextBox 1120">
              <a:extLst>
                <a:ext uri="{FF2B5EF4-FFF2-40B4-BE49-F238E27FC236}">
                  <a16:creationId xmlns:a16="http://schemas.microsoft.com/office/drawing/2014/main" id="{80FF8968-2A82-D146-6C53-99928FE9E66F}"/>
                </a:ext>
              </a:extLst>
            </p:cNvPr>
            <p:cNvSpPr txBox="1"/>
            <p:nvPr/>
          </p:nvSpPr>
          <p:spPr>
            <a:xfrm>
              <a:off x="3852517" y="5349456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2DE0C4EF-33A0-4F62-FD83-A258DFB49E05}"/>
                </a:ext>
              </a:extLst>
            </p:cNvPr>
            <p:cNvSpPr txBox="1"/>
            <p:nvPr/>
          </p:nvSpPr>
          <p:spPr>
            <a:xfrm>
              <a:off x="5748074" y="4938881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0BF82A39-6977-0DBD-2E92-0378B62C22B3}"/>
                </a:ext>
              </a:extLst>
            </p:cNvPr>
            <p:cNvSpPr txBox="1"/>
            <p:nvPr/>
          </p:nvSpPr>
          <p:spPr>
            <a:xfrm>
              <a:off x="4843447" y="4922802"/>
              <a:ext cx="477937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POI</a:t>
              </a:r>
            </a:p>
          </p:txBody>
        </p:sp>
      </p:grpSp>
      <p:grpSp>
        <p:nvGrpSpPr>
          <p:cNvPr id="1162" name="Group 1161">
            <a:extLst>
              <a:ext uri="{FF2B5EF4-FFF2-40B4-BE49-F238E27FC236}">
                <a16:creationId xmlns:a16="http://schemas.microsoft.com/office/drawing/2014/main" id="{BAAAEC45-9155-956C-A129-E2B371C313AE}"/>
              </a:ext>
            </a:extLst>
          </p:cNvPr>
          <p:cNvGrpSpPr>
            <a:grpSpLocks noChangeAspect="1"/>
          </p:cNvGrpSpPr>
          <p:nvPr/>
        </p:nvGrpSpPr>
        <p:grpSpPr>
          <a:xfrm>
            <a:off x="13606484" y="-13619163"/>
            <a:ext cx="11723618" cy="5116402"/>
            <a:chOff x="16329263" y="-10169129"/>
            <a:chExt cx="6001614" cy="2619214"/>
          </a:xfrm>
        </p:grpSpPr>
        <p:pic>
          <p:nvPicPr>
            <p:cNvPr id="1159" name="Picture 1158">
              <a:extLst>
                <a:ext uri="{FF2B5EF4-FFF2-40B4-BE49-F238E27FC236}">
                  <a16:creationId xmlns:a16="http://schemas.microsoft.com/office/drawing/2014/main" id="{A3A15AAC-7D96-B7BD-CBCE-09A2BEC43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6329263" y="-10169129"/>
              <a:ext cx="6001614" cy="2189185"/>
            </a:xfrm>
            <a:prstGeom prst="rect">
              <a:avLst/>
            </a:prstGeom>
          </p:spPr>
        </p:pic>
        <p:sp>
          <p:nvSpPr>
            <p:cNvPr id="1160" name="Rectangle 1159">
              <a:extLst>
                <a:ext uri="{FF2B5EF4-FFF2-40B4-BE49-F238E27FC236}">
                  <a16:creationId xmlns:a16="http://schemas.microsoft.com/office/drawing/2014/main" id="{138E3EA7-8876-851D-107A-9D3AC03BB44D}"/>
                </a:ext>
              </a:extLst>
            </p:cNvPr>
            <p:cNvSpPr/>
            <p:nvPr/>
          </p:nvSpPr>
          <p:spPr>
            <a:xfrm>
              <a:off x="16846267" y="-7921407"/>
              <a:ext cx="2041171" cy="3714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i="1" dirty="0">
                  <a:solidFill>
                    <a:schemeClr val="tx1"/>
                  </a:solidFill>
                </a:rPr>
                <a:t>Ray Trace</a:t>
              </a:r>
            </a:p>
          </p:txBody>
        </p:sp>
        <p:sp>
          <p:nvSpPr>
            <p:cNvPr id="1161" name="Rectangle 1160">
              <a:extLst>
                <a:ext uri="{FF2B5EF4-FFF2-40B4-BE49-F238E27FC236}">
                  <a16:creationId xmlns:a16="http://schemas.microsoft.com/office/drawing/2014/main" id="{B6255B9C-6C4E-14B2-CA01-1A6BBD01FF46}"/>
                </a:ext>
              </a:extLst>
            </p:cNvPr>
            <p:cNvSpPr/>
            <p:nvPr/>
          </p:nvSpPr>
          <p:spPr>
            <a:xfrm>
              <a:off x="19446704" y="-7927700"/>
              <a:ext cx="2152782" cy="3745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i="1" dirty="0">
                  <a:solidFill>
                    <a:schemeClr val="tx1"/>
                  </a:solidFill>
                </a:rPr>
                <a:t>Transform Path</a:t>
              </a:r>
            </a:p>
          </p:txBody>
        </p:sp>
      </p:grpSp>
      <p:sp>
        <p:nvSpPr>
          <p:cNvPr id="1163" name="Rectangle 1162">
            <a:extLst>
              <a:ext uri="{FF2B5EF4-FFF2-40B4-BE49-F238E27FC236}">
                <a16:creationId xmlns:a16="http://schemas.microsoft.com/office/drawing/2014/main" id="{9630F967-1E72-CA5E-E8B5-3904CC2D80BC}"/>
              </a:ext>
            </a:extLst>
          </p:cNvPr>
          <p:cNvSpPr/>
          <p:nvPr/>
        </p:nvSpPr>
        <p:spPr>
          <a:xfrm>
            <a:off x="13498363" y="-16202322"/>
            <a:ext cx="12420011" cy="1987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1" b="1" dirty="0"/>
              <a:t>Task</a:t>
            </a:r>
            <a:r>
              <a:rPr lang="en-US" sz="4001" dirty="0"/>
              <a:t>: Determine if the focusing optics of this telescope can be assembled with respect to mechanical datums using mechanical tolerances or require alignment.</a:t>
            </a:r>
          </a:p>
          <a:p>
            <a:endParaRPr lang="en-US" sz="4001" dirty="0"/>
          </a:p>
        </p:txBody>
      </p:sp>
      <p:grpSp>
        <p:nvGrpSpPr>
          <p:cNvPr id="1182" name="Group 1181">
            <a:extLst>
              <a:ext uri="{FF2B5EF4-FFF2-40B4-BE49-F238E27FC236}">
                <a16:creationId xmlns:a16="http://schemas.microsoft.com/office/drawing/2014/main" id="{80EE412E-A0BD-DB42-4E7C-03F15B229EA1}"/>
              </a:ext>
            </a:extLst>
          </p:cNvPr>
          <p:cNvGrpSpPr/>
          <p:nvPr/>
        </p:nvGrpSpPr>
        <p:grpSpPr>
          <a:xfrm>
            <a:off x="13561755" y="-7174160"/>
            <a:ext cx="12350524" cy="3732072"/>
            <a:chOff x="13630775" y="2811071"/>
            <a:chExt cx="12350524" cy="3732072"/>
          </a:xfrm>
        </p:grpSpPr>
        <p:pic>
          <p:nvPicPr>
            <p:cNvPr id="1169" name="Picture 1168">
              <a:extLst>
                <a:ext uri="{FF2B5EF4-FFF2-40B4-BE49-F238E27FC236}">
                  <a16:creationId xmlns:a16="http://schemas.microsoft.com/office/drawing/2014/main" id="{F1164D3D-ECC9-89BF-7F77-8706606EE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2811071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70" name="Picture 1169">
              <a:extLst>
                <a:ext uri="{FF2B5EF4-FFF2-40B4-BE49-F238E27FC236}">
                  <a16:creationId xmlns:a16="http://schemas.microsoft.com/office/drawing/2014/main" id="{D3C384B0-3EB3-DDB8-6FE3-3D97A9CA7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3655414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71" name="Picture 1170">
              <a:extLst>
                <a:ext uri="{FF2B5EF4-FFF2-40B4-BE49-F238E27FC236}">
                  <a16:creationId xmlns:a16="http://schemas.microsoft.com/office/drawing/2014/main" id="{F02E476C-E874-3C49-5548-425F1F76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4501940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1172" name="Rectangle 1171">
              <a:extLst>
                <a:ext uri="{FF2B5EF4-FFF2-40B4-BE49-F238E27FC236}">
                  <a16:creationId xmlns:a16="http://schemas.microsoft.com/office/drawing/2014/main" id="{19151624-BF7C-D276-AFE5-AF1725CDD56A}"/>
                </a:ext>
              </a:extLst>
            </p:cNvPr>
            <p:cNvSpPr/>
            <p:nvPr/>
          </p:nvSpPr>
          <p:spPr>
            <a:xfrm>
              <a:off x="13906500" y="3082050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CS1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73" name="Rectangle 1172">
              <a:extLst>
                <a:ext uri="{FF2B5EF4-FFF2-40B4-BE49-F238E27FC236}">
                  <a16:creationId xmlns:a16="http://schemas.microsoft.com/office/drawing/2014/main" id="{A4CABD11-C707-7555-65FE-CCCE558B9EBA}"/>
                </a:ext>
              </a:extLst>
            </p:cNvPr>
            <p:cNvSpPr/>
            <p:nvPr/>
          </p:nvSpPr>
          <p:spPr>
            <a:xfrm>
              <a:off x="13906500" y="3930449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CS2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74" name="Rectangle 1173">
              <a:extLst>
                <a:ext uri="{FF2B5EF4-FFF2-40B4-BE49-F238E27FC236}">
                  <a16:creationId xmlns:a16="http://schemas.microsoft.com/office/drawing/2014/main" id="{40CC4C39-7ED8-0BEA-6497-EFA9592BC32C}"/>
                </a:ext>
              </a:extLst>
            </p:cNvPr>
            <p:cNvSpPr/>
            <p:nvPr/>
          </p:nvSpPr>
          <p:spPr>
            <a:xfrm>
              <a:off x="13906500" y="4753539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CS3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grpSp>
          <p:nvGrpSpPr>
            <p:cNvPr id="1175" name="Group 1174">
              <a:extLst>
                <a:ext uri="{FF2B5EF4-FFF2-40B4-BE49-F238E27FC236}">
                  <a16:creationId xmlns:a16="http://schemas.microsoft.com/office/drawing/2014/main" id="{C0779075-BA46-A49C-C1E7-D4CF6E2797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630775" y="5439456"/>
              <a:ext cx="6114014" cy="1103687"/>
              <a:chOff x="4613847" y="-210752"/>
              <a:chExt cx="6706380" cy="1210619"/>
            </a:xfrm>
          </p:grpSpPr>
          <p:pic>
            <p:nvPicPr>
              <p:cNvPr id="1176" name="Picture 1175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560D4337-04AC-E083-803B-86AB3BCB152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13847" y="-210752"/>
                <a:ext cx="6706380" cy="119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FEB7B44C-9159-A613-CA83-F67215F9F329}"/>
                  </a:ext>
                </a:extLst>
              </p:cNvPr>
              <p:cNvSpPr/>
              <p:nvPr/>
            </p:nvSpPr>
            <p:spPr>
              <a:xfrm>
                <a:off x="7608438" y="764908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B3C52402-51DB-29B0-E482-95EA42F5BB65}"/>
                  </a:ext>
                </a:extLst>
              </p:cNvPr>
              <p:cNvSpPr/>
              <p:nvPr/>
            </p:nvSpPr>
            <p:spPr>
              <a:xfrm>
                <a:off x="7608438" y="548501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EBC60DD-CE46-6A3F-3F4C-FB916AD3D9FD}"/>
                  </a:ext>
                </a:extLst>
              </p:cNvPr>
              <p:cNvSpPr/>
              <p:nvPr/>
            </p:nvSpPr>
            <p:spPr>
              <a:xfrm>
                <a:off x="7608438" y="328811"/>
                <a:ext cx="1260418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0" name="Rectangle 1179">
              <a:extLst>
                <a:ext uri="{FF2B5EF4-FFF2-40B4-BE49-F238E27FC236}">
                  <a16:creationId xmlns:a16="http://schemas.microsoft.com/office/drawing/2014/main" id="{9DFE2C6D-6A4D-6BB4-2746-29A3120AD8DF}"/>
                </a:ext>
              </a:extLst>
            </p:cNvPr>
            <p:cNvSpPr/>
            <p:nvPr/>
          </p:nvSpPr>
          <p:spPr>
            <a:xfrm>
              <a:off x="19602528" y="3364492"/>
              <a:ext cx="6378771" cy="13920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dirty="0">
                  <a:solidFill>
                    <a:schemeClr val="tx1"/>
                  </a:solidFill>
                </a:rPr>
                <a:t>Requirements not met</a:t>
              </a:r>
            </a:p>
            <a:p>
              <a:pPr algn="ctr"/>
              <a:r>
                <a:rPr lang="en-US" sz="4001" b="1" dirty="0">
                  <a:solidFill>
                    <a:schemeClr val="tx1"/>
                  </a:solidFill>
                </a:rPr>
                <a:t>Correctors Needed</a:t>
              </a:r>
            </a:p>
          </p:txBody>
        </p:sp>
      </p:grpSp>
      <p:pic>
        <p:nvPicPr>
          <p:cNvPr id="1181" name="Picture 1180">
            <a:extLst>
              <a:ext uri="{FF2B5EF4-FFF2-40B4-BE49-F238E27FC236}">
                <a16:creationId xmlns:a16="http://schemas.microsoft.com/office/drawing/2014/main" id="{4EA69B17-C77A-73C0-F8AF-7F1600055A2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9364574" y="-13890774"/>
            <a:ext cx="6553800" cy="4429604"/>
          </a:xfrm>
          <a:prstGeom prst="rect">
            <a:avLst/>
          </a:prstGeom>
        </p:spPr>
      </p:pic>
      <p:sp>
        <p:nvSpPr>
          <p:cNvPr id="1183" name="TextBox 1182">
            <a:extLst>
              <a:ext uri="{FF2B5EF4-FFF2-40B4-BE49-F238E27FC236}">
                <a16:creationId xmlns:a16="http://schemas.microsoft.com/office/drawing/2014/main" id="{8B928BE8-E8D9-4C0D-8758-BF66190382CB}"/>
              </a:ext>
            </a:extLst>
          </p:cNvPr>
          <p:cNvSpPr txBox="1"/>
          <p:nvPr/>
        </p:nvSpPr>
        <p:spPr>
          <a:xfrm>
            <a:off x="13561755" y="-8169093"/>
            <a:ext cx="12234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5. Sample optical system under evaluation.</a:t>
            </a:r>
            <a:endParaRPr lang="en-US" sz="3200" dirty="0"/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5BA7F2D8-0471-D523-E44A-18F91E6FA0AD}"/>
              </a:ext>
            </a:extLst>
          </p:cNvPr>
          <p:cNvSpPr txBox="1"/>
          <p:nvPr/>
        </p:nvSpPr>
        <p:spPr>
          <a:xfrm>
            <a:off x="13436321" y="-3252789"/>
            <a:ext cx="12234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6. Without any correction or adjusters, the requirements are not met so correctors are required to align the optics.</a:t>
            </a:r>
            <a:endParaRPr lang="en-US" sz="3200" dirty="0"/>
          </a:p>
        </p:txBody>
      </p:sp>
      <p:grpSp>
        <p:nvGrpSpPr>
          <p:cNvPr id="1185" name="Group 1184">
            <a:extLst>
              <a:ext uri="{FF2B5EF4-FFF2-40B4-BE49-F238E27FC236}">
                <a16:creationId xmlns:a16="http://schemas.microsoft.com/office/drawing/2014/main" id="{9A0F29A9-3B0F-A59A-4188-AD281B68A32E}"/>
              </a:ext>
            </a:extLst>
          </p:cNvPr>
          <p:cNvGrpSpPr/>
          <p:nvPr/>
        </p:nvGrpSpPr>
        <p:grpSpPr>
          <a:xfrm>
            <a:off x="14552355" y="208582"/>
            <a:ext cx="10813558" cy="7488619"/>
            <a:chOff x="2387886" y="-1106610"/>
            <a:chExt cx="10813558" cy="7488619"/>
          </a:xfrm>
        </p:grpSpPr>
        <p:sp>
          <p:nvSpPr>
            <p:cNvPr id="1186" name="Rectangle 1185">
              <a:extLst>
                <a:ext uri="{FF2B5EF4-FFF2-40B4-BE49-F238E27FC236}">
                  <a16:creationId xmlns:a16="http://schemas.microsoft.com/office/drawing/2014/main" id="{443310EC-9B59-22CE-CB12-4A8E02C6CCE7}"/>
                </a:ext>
              </a:extLst>
            </p:cNvPr>
            <p:cNvSpPr/>
            <p:nvPr/>
          </p:nvSpPr>
          <p:spPr>
            <a:xfrm>
              <a:off x="2387886" y="-431430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CS1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87" name="Rectangle 1186">
              <a:extLst>
                <a:ext uri="{FF2B5EF4-FFF2-40B4-BE49-F238E27FC236}">
                  <a16:creationId xmlns:a16="http://schemas.microsoft.com/office/drawing/2014/main" id="{F7831E18-8667-8D50-CDB2-344F0D5ED553}"/>
                </a:ext>
              </a:extLst>
            </p:cNvPr>
            <p:cNvSpPr/>
            <p:nvPr/>
          </p:nvSpPr>
          <p:spPr>
            <a:xfrm>
              <a:off x="2387886" y="1308308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CS2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88" name="Rectangle 1187">
              <a:extLst>
                <a:ext uri="{FF2B5EF4-FFF2-40B4-BE49-F238E27FC236}">
                  <a16:creationId xmlns:a16="http://schemas.microsoft.com/office/drawing/2014/main" id="{10D833ED-9CE2-A9CD-1691-86417D443682}"/>
                </a:ext>
              </a:extLst>
            </p:cNvPr>
            <p:cNvSpPr/>
            <p:nvPr/>
          </p:nvSpPr>
          <p:spPr>
            <a:xfrm>
              <a:off x="2387886" y="3048046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CS3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1189" name="Picture 1188">
              <a:extLst>
                <a:ext uri="{FF2B5EF4-FFF2-40B4-BE49-F238E27FC236}">
                  <a16:creationId xmlns:a16="http://schemas.microsoft.com/office/drawing/2014/main" id="{321A5284-5802-7EDC-0508-25EF6C843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9" y="-1106610"/>
              <a:ext cx="6971865" cy="1681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90" name="Picture 1189">
              <a:extLst>
                <a:ext uri="{FF2B5EF4-FFF2-40B4-BE49-F238E27FC236}">
                  <a16:creationId xmlns:a16="http://schemas.microsoft.com/office/drawing/2014/main" id="{358D01F4-A7FB-9E96-CE86-2FC8B7E65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9" y="574770"/>
              <a:ext cx="6971865" cy="16984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91" name="Picture 1190">
              <a:extLst>
                <a:ext uri="{FF2B5EF4-FFF2-40B4-BE49-F238E27FC236}">
                  <a16:creationId xmlns:a16="http://schemas.microsoft.com/office/drawing/2014/main" id="{67090CE6-0996-4AD6-63C4-FC428D5A3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8" y="2275579"/>
              <a:ext cx="6971865" cy="17226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92" name="Picture 1191">
              <a:extLst>
                <a:ext uri="{FF2B5EF4-FFF2-40B4-BE49-F238E27FC236}">
                  <a16:creationId xmlns:a16="http://schemas.microsoft.com/office/drawing/2014/main" id="{81D5D40C-74B5-9BAF-736E-4E68C64F3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2387947" y="4606553"/>
              <a:ext cx="6372225" cy="342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93" name="Picture 1192">
              <a:extLst>
                <a:ext uri="{FF2B5EF4-FFF2-40B4-BE49-F238E27FC236}">
                  <a16:creationId xmlns:a16="http://schemas.microsoft.com/office/drawing/2014/main" id="{15C844B4-DF1F-6583-1A27-47D2424EC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387947" y="4963071"/>
              <a:ext cx="6372224" cy="3714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8560288F-172C-E3F6-579C-90E76EBE723F}"/>
                </a:ext>
              </a:extLst>
            </p:cNvPr>
            <p:cNvSpPr/>
            <p:nvPr/>
          </p:nvSpPr>
          <p:spPr>
            <a:xfrm>
              <a:off x="10027916" y="5306920"/>
              <a:ext cx="3173528" cy="107508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Requirements met</a:t>
              </a:r>
            </a:p>
          </p:txBody>
        </p:sp>
        <p:pic>
          <p:nvPicPr>
            <p:cNvPr id="1195" name="Picture 1194">
              <a:extLst>
                <a:ext uri="{FF2B5EF4-FFF2-40B4-BE49-F238E27FC236}">
                  <a16:creationId xmlns:a16="http://schemas.microsoft.com/office/drawing/2014/main" id="{BB2F72AA-54EB-25A5-49C1-B7E0289B9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2387947" y="4262337"/>
              <a:ext cx="6372224" cy="3524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96" name="Rectangle 1195">
              <a:extLst>
                <a:ext uri="{FF2B5EF4-FFF2-40B4-BE49-F238E27FC236}">
                  <a16:creationId xmlns:a16="http://schemas.microsoft.com/office/drawing/2014/main" id="{F583430C-BA95-7531-BCB3-C665C7DF532E}"/>
                </a:ext>
              </a:extLst>
            </p:cNvPr>
            <p:cNvSpPr/>
            <p:nvPr/>
          </p:nvSpPr>
          <p:spPr>
            <a:xfrm>
              <a:off x="5340662" y="4248719"/>
              <a:ext cx="1114502" cy="20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197" name="Rectangle 1196">
              <a:extLst>
                <a:ext uri="{FF2B5EF4-FFF2-40B4-BE49-F238E27FC236}">
                  <a16:creationId xmlns:a16="http://schemas.microsoft.com/office/drawing/2014/main" id="{76D93680-D968-18B6-C0CE-CF677F558BED}"/>
                </a:ext>
              </a:extLst>
            </p:cNvPr>
            <p:cNvSpPr/>
            <p:nvPr/>
          </p:nvSpPr>
          <p:spPr>
            <a:xfrm>
              <a:off x="5340662" y="4593893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198" name="Rectangle 1197">
              <a:extLst>
                <a:ext uri="{FF2B5EF4-FFF2-40B4-BE49-F238E27FC236}">
                  <a16:creationId xmlns:a16="http://schemas.microsoft.com/office/drawing/2014/main" id="{43554B56-8DF6-D05F-4EA7-47D26B065603}"/>
                </a:ext>
              </a:extLst>
            </p:cNvPr>
            <p:cNvSpPr/>
            <p:nvPr/>
          </p:nvSpPr>
          <p:spPr>
            <a:xfrm>
              <a:off x="5340662" y="4980207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cxnSp>
          <p:nvCxnSpPr>
            <p:cNvPr id="1199" name="Straight Arrow Connector 1198">
              <a:extLst>
                <a:ext uri="{FF2B5EF4-FFF2-40B4-BE49-F238E27FC236}">
                  <a16:creationId xmlns:a16="http://schemas.microsoft.com/office/drawing/2014/main" id="{4098604D-3192-AF20-46EE-91644F4F3D62}"/>
                </a:ext>
              </a:extLst>
            </p:cNvPr>
            <p:cNvCxnSpPr>
              <a:cxnSpLocks/>
              <a:stCxn id="1194" idx="1"/>
              <a:endCxn id="1200" idx="3"/>
            </p:cNvCxnSpPr>
            <p:nvPr/>
          </p:nvCxnSpPr>
          <p:spPr>
            <a:xfrm flipH="1" flipV="1">
              <a:off x="8760172" y="5819652"/>
              <a:ext cx="1267744" cy="2481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00" name="Picture 1199">
              <a:extLst>
                <a:ext uri="{FF2B5EF4-FFF2-40B4-BE49-F238E27FC236}">
                  <a16:creationId xmlns:a16="http://schemas.microsoft.com/office/drawing/2014/main" id="{22F64F06-1C7F-EE0D-1C1B-87807E895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2387948" y="5348164"/>
              <a:ext cx="6372224" cy="9429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178283EA-6E93-5182-5B87-47DAC22C4B9B}"/>
                </a:ext>
              </a:extLst>
            </p:cNvPr>
            <p:cNvSpPr/>
            <p:nvPr/>
          </p:nvSpPr>
          <p:spPr>
            <a:xfrm>
              <a:off x="9532559" y="4121464"/>
              <a:ext cx="2929956" cy="8856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Correctors Used</a:t>
              </a:r>
            </a:p>
          </p:txBody>
        </p:sp>
        <p:cxnSp>
          <p:nvCxnSpPr>
            <p:cNvPr id="1202" name="Straight Arrow Connector 1201">
              <a:extLst>
                <a:ext uri="{FF2B5EF4-FFF2-40B4-BE49-F238E27FC236}">
                  <a16:creationId xmlns:a16="http://schemas.microsoft.com/office/drawing/2014/main" id="{C82566A3-009C-E9EA-3734-1C5C74BA3B78}"/>
                </a:ext>
              </a:extLst>
            </p:cNvPr>
            <p:cNvCxnSpPr>
              <a:cxnSpLocks/>
              <a:stCxn id="1201" idx="1"/>
              <a:endCxn id="1192" idx="3"/>
            </p:cNvCxnSpPr>
            <p:nvPr/>
          </p:nvCxnSpPr>
          <p:spPr>
            <a:xfrm flipH="1">
              <a:off x="8760172" y="4564312"/>
              <a:ext cx="772387" cy="2136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5" name="TextBox 1204">
            <a:extLst>
              <a:ext uri="{FF2B5EF4-FFF2-40B4-BE49-F238E27FC236}">
                <a16:creationId xmlns:a16="http://schemas.microsoft.com/office/drawing/2014/main" id="{F49B67F1-7653-1292-A2BE-7166F44944BC}"/>
              </a:ext>
            </a:extLst>
          </p:cNvPr>
          <p:cNvSpPr txBox="1"/>
          <p:nvPr/>
        </p:nvSpPr>
        <p:spPr>
          <a:xfrm>
            <a:off x="13641754" y="8069929"/>
            <a:ext cx="12234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7. Using correctors, the requirements are met and decreased the standard deviation shown by width of the distributions.</a:t>
            </a:r>
            <a:endParaRPr lang="en-US" sz="3200" dirty="0"/>
          </a:p>
        </p:txBody>
      </p:sp>
      <p:sp>
        <p:nvSpPr>
          <p:cNvPr id="1207" name="Rectangle 1206">
            <a:extLst>
              <a:ext uri="{FF2B5EF4-FFF2-40B4-BE49-F238E27FC236}">
                <a16:creationId xmlns:a16="http://schemas.microsoft.com/office/drawing/2014/main" id="{51C6090C-1919-79C5-0C1B-74A1D8D3352A}"/>
              </a:ext>
            </a:extLst>
          </p:cNvPr>
          <p:cNvSpPr/>
          <p:nvPr/>
        </p:nvSpPr>
        <p:spPr>
          <a:xfrm>
            <a:off x="13376915" y="9461629"/>
            <a:ext cx="12764072" cy="3206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79" indent="-685879">
              <a:buFont typeface="Arial" panose="020B0604020202020204" pitchFamily="34" charset="0"/>
              <a:buChar char="•"/>
            </a:pPr>
            <a:r>
              <a:rPr lang="en-US" sz="4801" dirty="0">
                <a:solidFill>
                  <a:schemeClr val="tx1"/>
                </a:solidFill>
              </a:rPr>
              <a:t>Using correctors, the error is reduced but not eliminated entirely due to coupled motion.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527F61B-9BDF-D728-13B6-FB97F207D30F}"/>
              </a:ext>
            </a:extLst>
          </p:cNvPr>
          <p:cNvSpPr/>
          <p:nvPr/>
        </p:nvSpPr>
        <p:spPr>
          <a:xfrm>
            <a:off x="13343989" y="-17486619"/>
            <a:ext cx="12801600" cy="3015487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9AEE68C-E448-F725-B8B1-F18175F7A232}"/>
              </a:ext>
            </a:extLst>
          </p:cNvPr>
          <p:cNvGrpSpPr/>
          <p:nvPr/>
        </p:nvGrpSpPr>
        <p:grpSpPr>
          <a:xfrm>
            <a:off x="-12196882" y="12668252"/>
            <a:ext cx="38459319" cy="7501006"/>
            <a:chOff x="-12196882" y="12351788"/>
            <a:chExt cx="38459319" cy="1890013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67DB39C-F486-ED65-2470-109A1BD41AB3}"/>
                </a:ext>
              </a:extLst>
            </p:cNvPr>
            <p:cNvSpPr txBox="1"/>
            <p:nvPr/>
          </p:nvSpPr>
          <p:spPr>
            <a:xfrm>
              <a:off x="13498363" y="12799943"/>
              <a:ext cx="12764074" cy="1139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3038" indent="-743038">
                <a:buFont typeface="+mj-lt"/>
                <a:buAutoNum type="arabicPeriod"/>
              </a:pPr>
              <a:r>
                <a:rPr lang="en-US" sz="3200" dirty="0"/>
                <a:t>2025 Joint Committee for Guides in Metrology. Evaluation of measurement data – Guide to the expression of uncertainty in measurement. 2008.</a:t>
              </a:r>
            </a:p>
            <a:p>
              <a:pPr marL="743038" indent="-743038">
                <a:buFont typeface="+mj-lt"/>
                <a:buAutoNum type="arabicPeriod"/>
              </a:pPr>
              <a:r>
                <a:rPr lang="en-US" sz="3200" dirty="0"/>
                <a:t>T. A. Seawright, </a:t>
              </a:r>
              <a:r>
                <a:rPr lang="en-US" sz="3200" dirty="0" err="1"/>
                <a:t>TolStack</a:t>
              </a:r>
              <a:r>
                <a:rPr lang="en-US" sz="3200" dirty="0"/>
                <a:t> V1.0 [Computer Software]. 2025. </a:t>
              </a:r>
              <a:r>
                <a:rPr lang="en-US" sz="3200" u="sng" dirty="0">
                  <a:hlinkClick r:id="rId41" tooltip="https://github.com/tylerseawright/tolstack"/>
                </a:rPr>
                <a:t>https://github.com/TylerSeawright/TolStack</a:t>
              </a:r>
              <a:endParaRPr lang="en-US" sz="3200" dirty="0"/>
            </a:p>
            <a:p>
              <a:pPr marL="743038" indent="-743038">
                <a:buFont typeface="+mj-lt"/>
                <a:buAutoNum type="arabicPeriod"/>
              </a:pPr>
              <a:r>
                <a:rPr lang="en-US" sz="3200" dirty="0"/>
                <a:t>A. H. Slocum, Precision Machine Design. Prentice-Hall, Inc., 1992.</a:t>
              </a:r>
            </a:p>
            <a:p>
              <a:pPr marL="743038" indent="-743038">
                <a:buFont typeface="+mj-lt"/>
                <a:buAutoNum type="arabicPeriod"/>
              </a:pPr>
              <a:r>
                <a:rPr lang="en-US" sz="3200" dirty="0" err="1"/>
                <a:t>Duenner</a:t>
              </a:r>
              <a:r>
                <a:rPr lang="en-US" sz="3200" dirty="0"/>
                <a:t>, Andrew C. An Error Budgeting Framework for Engineering Design. Massachusetts Institute of Technology. 2019. </a:t>
              </a:r>
            </a:p>
            <a:p>
              <a:pPr marL="743038" indent="-743038">
                <a:buFont typeface="+mj-lt"/>
                <a:buAutoNum type="arabicPeriod"/>
              </a:pPr>
              <a:endParaRPr lang="en-US" sz="3200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D299CB25-DB9A-54AD-B222-EC3A5765E6AE}"/>
                </a:ext>
              </a:extLst>
            </p:cNvPr>
            <p:cNvSpPr txBox="1"/>
            <p:nvPr/>
          </p:nvSpPr>
          <p:spPr>
            <a:xfrm>
              <a:off x="16413332" y="12428229"/>
              <a:ext cx="6691236" cy="209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REFERENCES</a:t>
              </a: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7CBF6F4-6977-5847-6F06-7C3340160E2C}"/>
                </a:ext>
              </a:extLst>
            </p:cNvPr>
            <p:cNvGrpSpPr/>
            <p:nvPr/>
          </p:nvGrpSpPr>
          <p:grpSpPr>
            <a:xfrm>
              <a:off x="-12196882" y="12351788"/>
              <a:ext cx="12865795" cy="1890013"/>
              <a:chOff x="13286595" y="-17362990"/>
              <a:chExt cx="12865795" cy="2425001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A730987-9299-B407-384D-0E2A3C48287F}"/>
                  </a:ext>
                </a:extLst>
              </p:cNvPr>
              <p:cNvSpPr txBox="1"/>
              <p:nvPr/>
            </p:nvSpPr>
            <p:spPr>
              <a:xfrm>
                <a:off x="13362099" y="-17260294"/>
                <a:ext cx="12790291" cy="268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1" b="1" dirty="0"/>
                  <a:t>ERROR CORRECTOR DEFINITION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8D49123-047D-14B1-0818-D67626EAF26D}"/>
                  </a:ext>
                </a:extLst>
              </p:cNvPr>
              <p:cNvSpPr/>
              <p:nvPr/>
            </p:nvSpPr>
            <p:spPr>
              <a:xfrm>
                <a:off x="13327904" y="-15670624"/>
                <a:ext cx="12806776" cy="7326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71566" indent="-571566">
                  <a:buFont typeface="Arial" panose="020B0604020202020204" pitchFamily="34" charset="0"/>
                  <a:buChar char="•"/>
                </a:pPr>
                <a:r>
                  <a:rPr lang="en-US" sz="4801" dirty="0">
                    <a:solidFill>
                      <a:schemeClr val="tx1"/>
                    </a:solidFill>
                  </a:rPr>
                  <a:t>An error corrector is a device used to correct an error with respect to a reference.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8EE6816-E96B-5C3A-4A99-B485EFD7750A}"/>
                  </a:ext>
                </a:extLst>
              </p:cNvPr>
              <p:cNvSpPr/>
              <p:nvPr/>
            </p:nvSpPr>
            <p:spPr>
              <a:xfrm>
                <a:off x="13286595" y="-17362990"/>
                <a:ext cx="12848086" cy="2425001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57C3979F-FBA3-A009-AB0C-1EC1D84AFA2D}"/>
                    </a:ext>
                  </a:extLst>
                </p:cNvPr>
                <p:cNvSpPr txBox="1"/>
                <p:nvPr/>
              </p:nvSpPr>
              <p:spPr>
                <a:xfrm>
                  <a:off x="923979" y="12394892"/>
                  <a:ext cx="12234391" cy="2714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3200" i="1" dirty="0"/>
                    <a:t>FIGURE 4. A 17mrad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a14:m>
                  <a:r>
                    <a:rPr lang="en-US" sz="3200" dirty="0"/>
                    <a:t> error is corrected to 2.5mrad and adds error in Y direction.</a:t>
                  </a:r>
                </a:p>
              </p:txBody>
            </p:sp>
          </mc:Choice>
          <mc:Fallback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57C3979F-FBA3-A009-AB0C-1EC1D84AF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979" y="12394892"/>
                  <a:ext cx="12234391" cy="271424"/>
                </a:xfrm>
                <a:prstGeom prst="rect">
                  <a:avLst/>
                </a:prstGeom>
                <a:blipFill>
                  <a:blip r:embed="rId42"/>
                  <a:stretch>
                    <a:fillRect l="-1295" t="-6780" b="-180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07310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A2C2-FDBF-5174-9001-80059D13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55421-00CB-6B63-2F05-BFF4C978AF6D}"/>
              </a:ext>
            </a:extLst>
          </p:cNvPr>
          <p:cNvSpPr>
            <a:spLocks/>
          </p:cNvSpPr>
          <p:nvPr/>
        </p:nvSpPr>
        <p:spPr>
          <a:xfrm rot="16200000">
            <a:off x="1498896" y="-33889658"/>
            <a:ext cx="31978826" cy="61136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C49C6-BCCC-8950-CA37-0E2B92232DD4}"/>
              </a:ext>
            </a:extLst>
          </p:cNvPr>
          <p:cNvSpPr txBox="1"/>
          <p:nvPr/>
        </p:nvSpPr>
        <p:spPr>
          <a:xfrm>
            <a:off x="-13080185" y="-19023938"/>
            <a:ext cx="40233600" cy="1015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1" b="1" dirty="0"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6001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10EC03-3D91-4CCE-F768-6C1DE0240DA6}"/>
              </a:ext>
            </a:extLst>
          </p:cNvPr>
          <p:cNvSpPr txBox="1"/>
          <p:nvPr/>
        </p:nvSpPr>
        <p:spPr>
          <a:xfrm>
            <a:off x="-12171964" y="-17196144"/>
            <a:ext cx="12692377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APPLICATION WORKFLOW IN EXCEL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5FDAB58-C948-49A5-B1A1-A00DCB89D988}"/>
              </a:ext>
            </a:extLst>
          </p:cNvPr>
          <p:cNvSpPr/>
          <p:nvPr/>
        </p:nvSpPr>
        <p:spPr>
          <a:xfrm>
            <a:off x="-12155573" y="-7244268"/>
            <a:ext cx="12802580" cy="4459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Input data with tagged rows for each input.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Verify the nominal path with </a:t>
            </a:r>
            <a:r>
              <a:rPr lang="en-US" sz="4801" i="1" dirty="0">
                <a:solidFill>
                  <a:schemeClr val="tx1"/>
                </a:solidFill>
              </a:rPr>
              <a:t>Check Path.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Output results with </a:t>
            </a:r>
            <a:r>
              <a:rPr lang="en-US" sz="4801" i="1" dirty="0">
                <a:solidFill>
                  <a:schemeClr val="tx1"/>
                </a:solidFill>
              </a:rPr>
              <a:t>Solve.</a:t>
            </a:r>
            <a:endParaRPr lang="en-US" sz="4801" dirty="0">
              <a:solidFill>
                <a:schemeClr val="tx1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1F386E4C-5A2C-5912-796E-8D141F1E27DA}"/>
              </a:ext>
            </a:extLst>
          </p:cNvPr>
          <p:cNvSpPr txBox="1"/>
          <p:nvPr/>
        </p:nvSpPr>
        <p:spPr>
          <a:xfrm>
            <a:off x="-11843428" y="-9159079"/>
            <a:ext cx="12234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1. The </a:t>
            </a:r>
            <a:r>
              <a:rPr lang="en-US" sz="3200" i="1" dirty="0" err="1"/>
              <a:t>TolStack</a:t>
            </a:r>
            <a:r>
              <a:rPr lang="en-US" sz="3200" i="1" dirty="0"/>
              <a:t> application is 2 buttons that read from and write to the highlighted cells in an active Excel spreadsheet without any setup or install.</a:t>
            </a:r>
            <a:endParaRPr lang="en-US" sz="32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5CDDBDE4-4C53-01CE-CA8E-0D61199CC0F1}"/>
              </a:ext>
            </a:extLst>
          </p:cNvPr>
          <p:cNvSpPr txBox="1"/>
          <p:nvPr/>
        </p:nvSpPr>
        <p:spPr>
          <a:xfrm>
            <a:off x="9637" y="-17896778"/>
            <a:ext cx="13426684" cy="2124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1" b="1" dirty="0"/>
              <a:t>Tyler Seawright</a:t>
            </a:r>
          </a:p>
          <a:p>
            <a:pPr algn="ctr"/>
            <a:r>
              <a:rPr lang="en-US" sz="4401" b="1" dirty="0"/>
              <a:t>M.S. Mechanical Engineering</a:t>
            </a:r>
            <a:endParaRPr lang="en-US" sz="4401" dirty="0"/>
          </a:p>
          <a:p>
            <a:pPr algn="ctr"/>
            <a:endParaRPr lang="en-US" sz="4401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49D2A07-E7B2-AD82-3E62-554022431903}"/>
              </a:ext>
            </a:extLst>
          </p:cNvPr>
          <p:cNvSpPr/>
          <p:nvPr/>
        </p:nvSpPr>
        <p:spPr>
          <a:xfrm>
            <a:off x="-12155573" y="-17486620"/>
            <a:ext cx="12801600" cy="1470193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E3BC32D6-349A-0739-93B4-4041A46A5B90}"/>
              </a:ext>
            </a:extLst>
          </p:cNvPr>
          <p:cNvGrpSpPr/>
          <p:nvPr/>
        </p:nvGrpSpPr>
        <p:grpSpPr>
          <a:xfrm>
            <a:off x="644452" y="-16367348"/>
            <a:ext cx="12688102" cy="10378993"/>
            <a:chOff x="795022" y="-9513203"/>
            <a:chExt cx="11248313" cy="6767114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26488200-D128-86AC-840B-6812605AEEE9}"/>
                </a:ext>
              </a:extLst>
            </p:cNvPr>
            <p:cNvSpPr/>
            <p:nvPr/>
          </p:nvSpPr>
          <p:spPr>
            <a:xfrm>
              <a:off x="795022" y="-9513203"/>
              <a:ext cx="11248313" cy="6767114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398FE6D7-D085-B12C-4152-7C9FF80927B4}"/>
                </a:ext>
              </a:extLst>
            </p:cNvPr>
            <p:cNvSpPr txBox="1"/>
            <p:nvPr/>
          </p:nvSpPr>
          <p:spPr>
            <a:xfrm>
              <a:off x="810950" y="-9335066"/>
              <a:ext cx="11175081" cy="1023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ERROR CORRECTOR COUPLING AND PROPAGATION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5687641-EC19-106D-3439-7D7617E7EF94}"/>
                  </a:ext>
                </a:extLst>
              </p:cNvPr>
              <p:cNvSpPr/>
              <p:nvPr/>
            </p:nvSpPr>
            <p:spPr>
              <a:xfrm>
                <a:off x="13339304" y="-2029733"/>
                <a:ext cx="12843895" cy="182815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85879" indent="-685879">
                  <a:buFont typeface="Arial" panose="020B0604020202020204" pitchFamily="34" charset="0"/>
                  <a:buChar char="•"/>
                </a:pPr>
                <a:r>
                  <a:rPr lang="en-US" sz="4801" dirty="0">
                    <a:solidFill>
                      <a:schemeClr val="tx1"/>
                    </a:solidFill>
                  </a:rPr>
                  <a:t>TolStack output error histograms and </a:t>
                </a:r>
                <a14:m>
                  <m:oMath xmlns:m="http://schemas.openxmlformats.org/officeDocument/2006/math"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4801" dirty="0">
                    <a:solidFill>
                      <a:schemeClr val="tx1"/>
                    </a:solidFill>
                  </a:rPr>
                  <a:t> error values indicating correctors are needed.</a:t>
                </a:r>
              </a:p>
            </p:txBody>
          </p:sp>
        </mc:Choice>
        <mc:Fallback xmlns=""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5687641-EC19-106D-3439-7D7617E7E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9304" y="-2029733"/>
                <a:ext cx="12843895" cy="1828157"/>
              </a:xfrm>
              <a:prstGeom prst="rect">
                <a:avLst/>
              </a:prstGeom>
              <a:blipFill>
                <a:blip r:embed="rId3"/>
                <a:stretch>
                  <a:fillRect l="-1946" r="-1614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7D7540EA-BB2B-7407-44E5-BFA3F22DA51F}"/>
              </a:ext>
            </a:extLst>
          </p:cNvPr>
          <p:cNvGrpSpPr>
            <a:grpSpLocks noChangeAspect="1"/>
          </p:cNvGrpSpPr>
          <p:nvPr/>
        </p:nvGrpSpPr>
        <p:grpSpPr>
          <a:xfrm>
            <a:off x="-12072420" y="-16077997"/>
            <a:ext cx="12692376" cy="6434330"/>
            <a:chOff x="1612900" y="1101592"/>
            <a:chExt cx="9182100" cy="4654815"/>
          </a:xfrm>
        </p:grpSpPr>
        <p:pic>
          <p:nvPicPr>
            <p:cNvPr id="59" name="Picture 5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C540F801-FF5C-EA10-D0E7-D9D5A3840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900" y="1101592"/>
              <a:ext cx="9182100" cy="4654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5744B59-44D7-E4E2-591D-DA50C1630346}"/>
                </a:ext>
              </a:extLst>
            </p:cNvPr>
            <p:cNvSpPr/>
            <p:nvPr/>
          </p:nvSpPr>
          <p:spPr>
            <a:xfrm>
              <a:off x="5889713" y="2506645"/>
              <a:ext cx="19207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Vectors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2C89DEA-58B3-608B-44D4-90665B793D56}"/>
                </a:ext>
              </a:extLst>
            </p:cNvPr>
            <p:cNvSpPr/>
            <p:nvPr/>
          </p:nvSpPr>
          <p:spPr>
            <a:xfrm>
              <a:off x="5889713" y="2973370"/>
              <a:ext cx="14635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Local Errors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D6A8612-55BC-8CD4-4BB5-0D2462ACB172}"/>
                </a:ext>
              </a:extLst>
            </p:cNvPr>
            <p:cNvSpPr/>
            <p:nvPr/>
          </p:nvSpPr>
          <p:spPr>
            <a:xfrm>
              <a:off x="5765889" y="37816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Correctors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4F3712F-C807-FDFE-E51B-DFCB0E4AE418}"/>
                </a:ext>
              </a:extLst>
            </p:cNvPr>
            <p:cNvSpPr/>
            <p:nvPr/>
          </p:nvSpPr>
          <p:spPr>
            <a:xfrm>
              <a:off x="4740364" y="43568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MC Config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CC8828C-A201-D179-0288-8E7FE7ECFA92}"/>
                </a:ext>
              </a:extLst>
            </p:cNvPr>
            <p:cNvSpPr/>
            <p:nvPr/>
          </p:nvSpPr>
          <p:spPr>
            <a:xfrm>
              <a:off x="5889713" y="4940088"/>
              <a:ext cx="87303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Result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AF61EB8-F388-2EC5-2928-21C6A30EEF57}"/>
                </a:ext>
              </a:extLst>
            </p:cNvPr>
            <p:cNvSpPr/>
            <p:nvPr/>
          </p:nvSpPr>
          <p:spPr>
            <a:xfrm>
              <a:off x="8956763" y="4777584"/>
              <a:ext cx="122228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err="1">
                  <a:solidFill>
                    <a:schemeClr val="tx1"/>
                  </a:solidFill>
                </a:rPr>
                <a:t>TolStack</a:t>
              </a:r>
              <a:r>
                <a:rPr lang="en-US" b="1" i="1" dirty="0">
                  <a:solidFill>
                    <a:schemeClr val="tx1"/>
                  </a:solidFill>
                </a:rPr>
                <a:t> App UI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A2A1C5D-3D3C-A08C-1B9D-54C6D0DF7CA7}"/>
                </a:ext>
              </a:extLst>
            </p:cNvPr>
            <p:cNvSpPr/>
            <p:nvPr/>
          </p:nvSpPr>
          <p:spPr>
            <a:xfrm>
              <a:off x="9356813" y="1948576"/>
              <a:ext cx="133023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Transform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106896BC-61AA-CD79-0E52-BC4C0035E382}"/>
              </a:ext>
            </a:extLst>
          </p:cNvPr>
          <p:cNvSpPr txBox="1"/>
          <p:nvPr/>
        </p:nvSpPr>
        <p:spPr>
          <a:xfrm>
            <a:off x="13292903" y="-17183242"/>
            <a:ext cx="12772097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SAMPLE APPLICATION: OPTIC ALIGNMENT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5E37321-7841-CA12-988F-DABA8D231132}"/>
              </a:ext>
            </a:extLst>
          </p:cNvPr>
          <p:cNvGrpSpPr>
            <a:grpSpLocks noChangeAspect="1"/>
          </p:cNvGrpSpPr>
          <p:nvPr/>
        </p:nvGrpSpPr>
        <p:grpSpPr>
          <a:xfrm>
            <a:off x="1213429" y="-14557695"/>
            <a:ext cx="11655489" cy="6854085"/>
            <a:chOff x="1891126" y="-14388467"/>
            <a:chExt cx="10362029" cy="6093458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0E03CEC-456D-F7ED-123A-56C274CA889F}"/>
                </a:ext>
              </a:extLst>
            </p:cNvPr>
            <p:cNvSpPr/>
            <p:nvPr/>
          </p:nvSpPr>
          <p:spPr>
            <a:xfrm>
              <a:off x="2971167" y="-14388467"/>
              <a:ext cx="994610" cy="5735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Start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443A45BC-57B8-8162-4283-424700FE7D68}"/>
                    </a:ext>
                  </a:extLst>
                </p:cNvPr>
                <p:cNvSpPr/>
                <p:nvPr/>
              </p:nvSpPr>
              <p:spPr>
                <a:xfrm>
                  <a:off x="1930063" y="-13161249"/>
                  <a:ext cx="3809585" cy="57350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𝑹𝒆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B2AF93DD-40E0-8CD2-3254-F617CD0DA7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0063" y="-13161249"/>
                  <a:ext cx="3809585" cy="573505"/>
                </a:xfrm>
                <a:prstGeom prst="rect">
                  <a:avLst/>
                </a:prstGeom>
                <a:blipFill>
                  <a:blip r:embed="rId7"/>
                  <a:stretch>
                    <a:fillRect l="-567" b="-155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49F22360-4E4A-0884-BE97-9F5902BD1553}"/>
                    </a:ext>
                  </a:extLst>
                </p:cNvPr>
                <p:cNvSpPr/>
                <p:nvPr/>
              </p:nvSpPr>
              <p:spPr>
                <a:xfrm>
                  <a:off x="1891126" y="-12023773"/>
                  <a:ext cx="3154693" cy="194109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Generate Corrector Difference Vector and HTM when </a:t>
                  </a:r>
                  <a14:m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8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𝐑𝐞</m:t>
                          </m:r>
                        </m:sub>
                      </m:sSub>
                    </m:oMath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𝑯𝑻𝑴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B30E4FA9-5A9A-4422-423B-1C223EBFC6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126" y="-12023773"/>
                  <a:ext cx="3154693" cy="1941094"/>
                </a:xfrm>
                <a:prstGeom prst="rect">
                  <a:avLst/>
                </a:prstGeom>
                <a:blipFill>
                  <a:blip r:embed="rId8"/>
                  <a:stretch>
                    <a:fillRect l="-3077" t="-3601" r="-2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CE090D3A-8CBC-47E5-6A87-A34B2A5ACDF8}"/>
                    </a:ext>
                  </a:extLst>
                </p:cNvPr>
                <p:cNvSpPr/>
                <p:nvPr/>
              </p:nvSpPr>
              <p:spPr>
                <a:xfrm>
                  <a:off x="3909630" y="-9856090"/>
                  <a:ext cx="2991852" cy="156108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Generate HTM to Corrector Origin  from POI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𝒗𝒄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𝑯𝑻𝑴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06F14713-9701-4A0E-6CAF-F92F5D9AEF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9630" y="-9856090"/>
                  <a:ext cx="2991852" cy="1561081"/>
                </a:xfrm>
                <a:prstGeom prst="rect">
                  <a:avLst/>
                </a:prstGeom>
                <a:blipFill>
                  <a:blip r:embed="rId9"/>
                  <a:stretch>
                    <a:fillRect t="-44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2530C3B5-1E6D-18BF-B7E7-8716E6F3530F}"/>
                    </a:ext>
                  </a:extLst>
                </p:cNvPr>
                <p:cNvSpPr/>
                <p:nvPr/>
              </p:nvSpPr>
              <p:spPr>
                <a:xfrm>
                  <a:off x="6400544" y="-13717130"/>
                  <a:ext cx="5374920" cy="13122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Absolute Error with Corrector at POI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𝑽𝑪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lit/>
                          </m:rP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𝑽𝑪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)) 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1F565D0-51A3-7B07-AE0F-D472C3187A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0544" y="-13717130"/>
                  <a:ext cx="5374920" cy="1312203"/>
                </a:xfrm>
                <a:prstGeom prst="rect">
                  <a:avLst/>
                </a:prstGeom>
                <a:blipFill>
                  <a:blip r:embed="rId10"/>
                  <a:stretch>
                    <a:fillRect l="-402" t="-1633" r="-19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Connector: Elbow 128">
              <a:extLst>
                <a:ext uri="{FF2B5EF4-FFF2-40B4-BE49-F238E27FC236}">
                  <a16:creationId xmlns:a16="http://schemas.microsoft.com/office/drawing/2014/main" id="{4350AC1F-0679-960E-EE7F-BF11E956DE4E}"/>
                </a:ext>
              </a:extLst>
            </p:cNvPr>
            <p:cNvCxnSpPr>
              <a:cxnSpLocks/>
              <a:stCxn id="126" idx="2"/>
              <a:endCxn id="127" idx="1"/>
            </p:cNvCxnSpPr>
            <p:nvPr/>
          </p:nvCxnSpPr>
          <p:spPr>
            <a:xfrm rot="16200000" flipH="1">
              <a:off x="3185486" y="-9799693"/>
              <a:ext cx="1007130" cy="441157"/>
            </a:xfrm>
            <a:prstGeom prst="bentConnector2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: Elbow 129">
              <a:extLst>
                <a:ext uri="{FF2B5EF4-FFF2-40B4-BE49-F238E27FC236}">
                  <a16:creationId xmlns:a16="http://schemas.microsoft.com/office/drawing/2014/main" id="{F3E449FB-73CC-56E2-07E6-8F066141DFEE}"/>
                </a:ext>
              </a:extLst>
            </p:cNvPr>
            <p:cNvCxnSpPr>
              <a:cxnSpLocks/>
              <a:stCxn id="127" idx="0"/>
              <a:endCxn id="128" idx="2"/>
            </p:cNvCxnSpPr>
            <p:nvPr/>
          </p:nvCxnSpPr>
          <p:spPr>
            <a:xfrm rot="5400000" flipH="1" flipV="1">
              <a:off x="5972362" y="-12971732"/>
              <a:ext cx="2548837" cy="3682448"/>
            </a:xfrm>
            <a:prstGeom prst="bentConnector3">
              <a:avLst>
                <a:gd name="adj1" fmla="val 73920"/>
              </a:avLst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5C400C5B-E321-A5CD-45C6-B000C1CBC293}"/>
                    </a:ext>
                  </a:extLst>
                </p:cNvPr>
                <p:cNvSpPr/>
                <p:nvPr/>
              </p:nvSpPr>
              <p:spPr>
                <a:xfrm>
                  <a:off x="7274837" y="-11403074"/>
                  <a:ext cx="4158919" cy="203246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Relative Error with Corrector at POI and Convert to Vector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𝒄𝒓𝒆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</m:t>
                        </m:r>
                        <m:sSup>
                          <m:s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𝒄𝒓𝒆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B606519-998B-2D07-F9A5-5B63374A84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4837" y="-11403074"/>
                  <a:ext cx="4158919" cy="2032461"/>
                </a:xfrm>
                <a:prstGeom prst="rect">
                  <a:avLst/>
                </a:prstGeom>
                <a:blipFill>
                  <a:blip r:embed="rId11"/>
                  <a:stretch>
                    <a:fillRect t="-1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99B0F059-E074-51CD-519D-799B7E047863}"/>
                    </a:ext>
                  </a:extLst>
                </p:cNvPr>
                <p:cNvSpPr/>
                <p:nvPr/>
              </p:nvSpPr>
              <p:spPr>
                <a:xfrm>
                  <a:off x="10135597" y="-9026767"/>
                  <a:ext cx="2117558" cy="5735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bg1"/>
                      </a:solidFill>
                    </a:rPr>
                    <a:t>Solution: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</m:oMath>
                  </a14:m>
                  <a:endParaRPr lang="en-US" sz="28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94F9518B-7D74-A893-9BBE-E759E8D734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5597" y="-9026767"/>
                  <a:ext cx="2117558" cy="573505"/>
                </a:xfrm>
                <a:prstGeom prst="rect">
                  <a:avLst/>
                </a:prstGeom>
                <a:blipFill>
                  <a:blip r:embed="rId12"/>
                  <a:stretch>
                    <a:fillRect l="-3553" b="-146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Connector: Elbow 133">
              <a:extLst>
                <a:ext uri="{FF2B5EF4-FFF2-40B4-BE49-F238E27FC236}">
                  <a16:creationId xmlns:a16="http://schemas.microsoft.com/office/drawing/2014/main" id="{E090D9AF-A857-E35D-7EDE-B60DBA029F8A}"/>
                </a:ext>
              </a:extLst>
            </p:cNvPr>
            <p:cNvCxnSpPr>
              <a:cxnSpLocks/>
              <a:stCxn id="131" idx="2"/>
              <a:endCxn id="132" idx="1"/>
            </p:cNvCxnSpPr>
            <p:nvPr/>
          </p:nvCxnSpPr>
          <p:spPr>
            <a:xfrm rot="16200000" flipH="1">
              <a:off x="9429648" y="-9445964"/>
              <a:ext cx="630599" cy="781300"/>
            </a:xfrm>
            <a:prstGeom prst="bentConnector2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1B27EE47-286C-1ED1-BF7E-8636EB47BB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4946" y="-12373323"/>
              <a:ext cx="1" cy="968377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863610EE-4019-5BFF-2B63-CA6DEDBD2365}"/>
                </a:ext>
              </a:extLst>
            </p:cNvPr>
            <p:cNvCxnSpPr>
              <a:cxnSpLocks/>
              <a:stCxn id="124" idx="2"/>
            </p:cNvCxnSpPr>
            <p:nvPr/>
          </p:nvCxnSpPr>
          <p:spPr>
            <a:xfrm>
              <a:off x="3468472" y="-13814962"/>
              <a:ext cx="0" cy="639004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7779116C-AABA-729B-ADF2-9204239E77E8}"/>
                </a:ext>
              </a:extLst>
            </p:cNvPr>
            <p:cNvCxnSpPr>
              <a:cxnSpLocks/>
              <a:endCxn id="126" idx="0"/>
            </p:cNvCxnSpPr>
            <p:nvPr/>
          </p:nvCxnSpPr>
          <p:spPr>
            <a:xfrm>
              <a:off x="3468473" y="-12557826"/>
              <a:ext cx="0" cy="53405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500DB42B-5A2D-827C-00AB-350D5D83B993}"/>
              </a:ext>
            </a:extLst>
          </p:cNvPr>
          <p:cNvSpPr txBox="1"/>
          <p:nvPr/>
        </p:nvSpPr>
        <p:spPr>
          <a:xfrm>
            <a:off x="923978" y="-7558015"/>
            <a:ext cx="12234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2. Corrector parasitic error is propagated to the system using the corrector difference transform solved by the process in the flowchart.</a:t>
            </a:r>
            <a:endParaRPr lang="en-US" sz="3200" dirty="0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B0A3C31F-2C3F-B3FA-DB02-79B15493245D}"/>
              </a:ext>
            </a:extLst>
          </p:cNvPr>
          <p:cNvSpPr txBox="1"/>
          <p:nvPr/>
        </p:nvSpPr>
        <p:spPr>
          <a:xfrm>
            <a:off x="5711118" y="1933977"/>
            <a:ext cx="769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1m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C468C1A-F0DE-5390-2C86-D5FCF7DA7421}"/>
              </a:ext>
            </a:extLst>
          </p:cNvPr>
          <p:cNvGrpSpPr/>
          <p:nvPr/>
        </p:nvGrpSpPr>
        <p:grpSpPr>
          <a:xfrm>
            <a:off x="-12149042" y="-2793703"/>
            <a:ext cx="13009798" cy="15461954"/>
            <a:chOff x="13338337" y="-17575823"/>
            <a:chExt cx="13009798" cy="1502380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4B2B58B-00DC-0B89-BB95-13A81BD6877F}"/>
                </a:ext>
              </a:extLst>
            </p:cNvPr>
            <p:cNvSpPr txBox="1"/>
            <p:nvPr/>
          </p:nvSpPr>
          <p:spPr>
            <a:xfrm>
              <a:off x="13557841" y="-17181209"/>
              <a:ext cx="12790294" cy="1525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ERROR PROPAGATION BY HOMOGENEOUS TRANSFORMS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534ACA1-0746-CADF-540B-B2F12223145E}"/>
                </a:ext>
              </a:extLst>
            </p:cNvPr>
            <p:cNvSpPr/>
            <p:nvPr/>
          </p:nvSpPr>
          <p:spPr>
            <a:xfrm>
              <a:off x="13367840" y="-6601870"/>
              <a:ext cx="12763990" cy="40498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79" indent="-685879">
                <a:buFont typeface="Arial" panose="020B0604020202020204" pitchFamily="34" charset="0"/>
                <a:buChar char="•"/>
              </a:pPr>
              <a:r>
                <a:rPr lang="en-US" sz="4801" dirty="0">
                  <a:solidFill>
                    <a:schemeClr val="tx1"/>
                  </a:solidFill>
                </a:rPr>
                <a:t>Compute absolute and relative error between the global reference and point of interest.</a:t>
              </a:r>
            </a:p>
          </p:txBody>
        </p:sp>
        <p:pic>
          <p:nvPicPr>
            <p:cNvPr id="70" name="Picture 69" descr="A diagram of a function&#10;&#10;AI-generated content may be incorrect.">
              <a:extLst>
                <a:ext uri="{FF2B5EF4-FFF2-40B4-BE49-F238E27FC236}">
                  <a16:creationId xmlns:a16="http://schemas.microsoft.com/office/drawing/2014/main" id="{FDD2FA9C-14ED-2518-AD00-CECDC487E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691962" y="-15518917"/>
              <a:ext cx="7083700" cy="53127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44612B8-C7F0-432A-C789-480782BD786D}"/>
                    </a:ext>
                  </a:extLst>
                </p:cNvPr>
                <p:cNvSpPr/>
                <p:nvPr/>
              </p:nvSpPr>
              <p:spPr>
                <a:xfrm>
                  <a:off x="13614996" y="-9738257"/>
                  <a:ext cx="12292300" cy="25890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∗…∗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				(eq. 1)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∗…∗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(eq. 2)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						</a:t>
                  </a:r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(eq. 3)</a:t>
                  </a:r>
                </a:p>
                <a:p>
                  <a:endParaRPr lang="en-US" sz="6001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480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1BB21DC-8047-FD3D-ACDB-4E46CBA8E2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14996" y="-9738257"/>
                  <a:ext cx="12292300" cy="2589054"/>
                </a:xfrm>
                <a:prstGeom prst="rect">
                  <a:avLst/>
                </a:prstGeom>
                <a:blipFill>
                  <a:blip r:embed="rId14"/>
                  <a:stretch>
                    <a:fillRect t="-4907" b="-4907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2" name="Picture 2">
              <a:extLst>
                <a:ext uri="{FF2B5EF4-FFF2-40B4-BE49-F238E27FC236}">
                  <a16:creationId xmlns:a16="http://schemas.microsoft.com/office/drawing/2014/main" id="{62B6DBED-B80E-5744-0F29-25C02CC36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43950" y="-13952615"/>
              <a:ext cx="4864116" cy="212174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5738B1C-BA99-6281-9878-BD01043D97EC}"/>
                </a:ext>
              </a:extLst>
            </p:cNvPr>
            <p:cNvSpPr/>
            <p:nvPr/>
          </p:nvSpPr>
          <p:spPr>
            <a:xfrm>
              <a:off x="13338337" y="-17575823"/>
              <a:ext cx="12801600" cy="15023803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C9B35567-B948-B591-DB11-D4031B2BBC3D}"/>
              </a:ext>
            </a:extLst>
          </p:cNvPr>
          <p:cNvGrpSpPr/>
          <p:nvPr/>
        </p:nvGrpSpPr>
        <p:grpSpPr>
          <a:xfrm>
            <a:off x="529109" y="-5775530"/>
            <a:ext cx="12529491" cy="14402569"/>
            <a:chOff x="529107" y="-5824620"/>
            <a:chExt cx="15316140" cy="10672391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919AD167-32BF-AB0F-9A63-EF98B71D96A4}"/>
                </a:ext>
              </a:extLst>
            </p:cNvPr>
            <p:cNvSpPr txBox="1"/>
            <p:nvPr/>
          </p:nvSpPr>
          <p:spPr>
            <a:xfrm>
              <a:off x="529107" y="-5824620"/>
              <a:ext cx="12772099" cy="615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MODEL VALIDATION 1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0908E180-1D95-4E87-1630-34478102630F}"/>
                </a:ext>
              </a:extLst>
            </p:cNvPr>
            <p:cNvSpPr/>
            <p:nvPr/>
          </p:nvSpPr>
          <p:spPr>
            <a:xfrm>
              <a:off x="682232" y="3278111"/>
              <a:ext cx="12605496" cy="15696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79" indent="-685879">
                <a:buFont typeface="Arial" panose="020B0604020202020204" pitchFamily="34" charset="0"/>
                <a:buChar char="•"/>
              </a:pPr>
              <a:r>
                <a:rPr lang="en-US" sz="4801" dirty="0">
                  <a:solidFill>
                    <a:schemeClr val="tx1"/>
                  </a:solidFill>
                </a:rPr>
                <a:t>A corrector at the origin corrects to the resolution of the adjuster with crosstalk.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84034A92-C1E3-0D39-7D0E-6AB5B2593E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42976" y="-2305238"/>
              <a:ext cx="11044225" cy="4366763"/>
              <a:chOff x="6096000" y="3871486"/>
              <a:chExt cx="6086076" cy="2406366"/>
            </a:xfrm>
          </p:grpSpPr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6C1ED212-09ED-85F2-9D9F-C6F8CC2C81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6414" y="4554995"/>
                <a:ext cx="0" cy="10178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FA1AD47E-941B-DB2D-96FA-57CA6D60F8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51329" y="5566996"/>
                <a:ext cx="995563" cy="58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BD4627B7-2DE3-9893-129C-98DEAA20E1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50001" y="5566996"/>
                <a:ext cx="444617" cy="4413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71CFA0D-93CE-8751-2C47-D164FF1CF918}"/>
                  </a:ext>
                </a:extLst>
              </p:cNvPr>
              <p:cNvSpPr txBox="1"/>
              <p:nvPr/>
            </p:nvSpPr>
            <p:spPr>
              <a:xfrm>
                <a:off x="6300195" y="5458460"/>
                <a:ext cx="285289" cy="289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1" b="1" dirty="0"/>
                  <a:t>z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FDE813D-3359-F4B8-DAE2-04D64D85B1B2}"/>
                  </a:ext>
                </a:extLst>
              </p:cNvPr>
              <p:cNvSpPr txBox="1"/>
              <p:nvPr/>
            </p:nvSpPr>
            <p:spPr>
              <a:xfrm>
                <a:off x="6621751" y="4296970"/>
                <a:ext cx="295007" cy="289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1" b="1" dirty="0"/>
                  <a:t>y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6195693-AD7A-20A5-8458-E3595B7154A3}"/>
                  </a:ext>
                </a:extLst>
              </p:cNvPr>
              <p:cNvSpPr txBox="1"/>
              <p:nvPr/>
            </p:nvSpPr>
            <p:spPr>
              <a:xfrm>
                <a:off x="7623846" y="5458460"/>
                <a:ext cx="295007" cy="289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1" b="1" dirty="0"/>
                  <a:t>x</a:t>
                </a:r>
              </a:p>
            </p:txBody>
          </p:sp>
          <p:cxnSp>
            <p:nvCxnSpPr>
              <p:cNvPr id="157" name="Straight Arrow Connector 156">
                <a:extLst>
                  <a:ext uri="{FF2B5EF4-FFF2-40B4-BE49-F238E27FC236}">
                    <a16:creationId xmlns:a16="http://schemas.microsoft.com/office/drawing/2014/main" id="{EEFB195E-B14D-EF95-3523-1F404C261C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709637" y="4674231"/>
                <a:ext cx="147306" cy="6068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3EF55B58-5BDF-F95D-223E-7FDACB3BF920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9799107" y="5217212"/>
                <a:ext cx="995563" cy="58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564A7080-D694-14E2-2E88-2D6C21E7ED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71982" y="5271836"/>
                <a:ext cx="373651" cy="40645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E338C40-F2D1-FF09-79DE-088E1254D1BF}"/>
                  </a:ext>
                </a:extLst>
              </p:cNvPr>
              <p:cNvSpPr txBox="1"/>
              <p:nvPr/>
            </p:nvSpPr>
            <p:spPr>
              <a:xfrm>
                <a:off x="9399050" y="4467158"/>
                <a:ext cx="295007" cy="289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1" b="1" dirty="0"/>
                  <a:t>y</a:t>
                </a:r>
              </a:p>
            </p:txBody>
          </p: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14ED2A2C-3590-2CEA-520D-7234E7BD2EF7}"/>
                  </a:ext>
                </a:extLst>
              </p:cNvPr>
              <p:cNvCxnSpPr/>
              <p:nvPr/>
            </p:nvCxnSpPr>
            <p:spPr>
              <a:xfrm flipV="1">
                <a:off x="6994618" y="5271836"/>
                <a:ext cx="2808073" cy="295159"/>
              </a:xfrm>
              <a:prstGeom prst="line">
                <a:avLst/>
              </a:prstGeom>
              <a:ln w="381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023B8F6-125D-1EB7-46DB-C1B0C47136F3}"/>
                  </a:ext>
                </a:extLst>
              </p:cNvPr>
              <p:cNvSpPr txBox="1"/>
              <p:nvPr/>
            </p:nvSpPr>
            <p:spPr>
              <a:xfrm>
                <a:off x="9278563" y="5478409"/>
                <a:ext cx="285289" cy="289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1" b="1" dirty="0"/>
                  <a:t>z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E5383C7-33B9-B9BB-910F-2256DA81EED0}"/>
                  </a:ext>
                </a:extLst>
              </p:cNvPr>
              <p:cNvSpPr txBox="1"/>
              <p:nvPr/>
            </p:nvSpPr>
            <p:spPr>
              <a:xfrm>
                <a:off x="10477533" y="4670290"/>
                <a:ext cx="295007" cy="289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1" b="1" dirty="0"/>
                  <a:t>x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9928280F-5FAC-35D7-8C29-6924D4834497}"/>
                  </a:ext>
                </a:extLst>
              </p:cNvPr>
              <p:cNvGrpSpPr/>
              <p:nvPr/>
            </p:nvGrpSpPr>
            <p:grpSpPr>
              <a:xfrm rot="525620">
                <a:off x="9676948" y="4535092"/>
                <a:ext cx="1174176" cy="1254915"/>
                <a:chOff x="4522274" y="4724669"/>
                <a:chExt cx="841711" cy="842907"/>
              </a:xfrm>
            </p:grpSpPr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B4646A49-D36F-3170-8E04-A1A2F4F1E2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165312" flipV="1">
                  <a:off x="4615873" y="4724669"/>
                  <a:ext cx="0" cy="683694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0" name="Straight Arrow Connector 1029">
                  <a:extLst>
                    <a:ext uri="{FF2B5EF4-FFF2-40B4-BE49-F238E27FC236}">
                      <a16:creationId xmlns:a16="http://schemas.microsoft.com/office/drawing/2014/main" id="{C686BE68-5C62-0A1F-5C6F-705EB41E59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165312" flipV="1">
                  <a:off x="4650313" y="5362750"/>
                  <a:ext cx="713672" cy="3948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1" name="Straight Arrow Connector 1030">
                  <a:extLst>
                    <a:ext uri="{FF2B5EF4-FFF2-40B4-BE49-F238E27FC236}">
                      <a16:creationId xmlns:a16="http://schemas.microsoft.com/office/drawing/2014/main" id="{FF581954-7CD1-07FD-B94D-0BAA4EABEF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074380" flipH="1">
                  <a:off x="4522274" y="5377130"/>
                  <a:ext cx="193880" cy="190446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8718C2B6-F1F0-D660-6D50-38F3124371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61962" y="5289338"/>
                <a:ext cx="0" cy="27765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BB5BA337-F591-2380-4CCA-DCFA5201E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66414" y="5566995"/>
                <a:ext cx="3824630" cy="0"/>
              </a:xfrm>
              <a:prstGeom prst="line">
                <a:avLst/>
              </a:prstGeom>
              <a:ln w="38100">
                <a:solidFill>
                  <a:schemeClr val="tx2">
                    <a:lumMod val="75000"/>
                    <a:lumOff val="2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Rectangle 179">
                    <a:extLst>
                      <a:ext uri="{FF2B5EF4-FFF2-40B4-BE49-F238E27FC236}">
                        <a16:creationId xmlns:a16="http://schemas.microsoft.com/office/drawing/2014/main" id="{2F2B0241-69EF-E04E-02F2-1C749AFF1AE2}"/>
                      </a:ext>
                    </a:extLst>
                  </p:cNvPr>
                  <p:cNvSpPr/>
                  <p:nvPr/>
                </p:nvSpPr>
                <p:spPr>
                  <a:xfrm>
                    <a:off x="9963689" y="4090836"/>
                    <a:ext cx="827355" cy="40645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3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𝒄𝒂𝒆</m:t>
                              </m:r>
                            </m:sub>
                          </m:sSub>
                        </m:oMath>
                      </m:oMathPara>
                    </a14:m>
                    <a:endParaRPr lang="en-US" sz="36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0" name="Rectangle 179">
                    <a:extLst>
                      <a:ext uri="{FF2B5EF4-FFF2-40B4-BE49-F238E27FC236}">
                        <a16:creationId xmlns:a16="http://schemas.microsoft.com/office/drawing/2014/main" id="{DBBB56DE-D0A4-63E3-A46C-3BB9CE44B8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3689" y="4090836"/>
                    <a:ext cx="827355" cy="40645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Rectangle 180">
                    <a:extLst>
                      <a:ext uri="{FF2B5EF4-FFF2-40B4-BE49-F238E27FC236}">
                        <a16:creationId xmlns:a16="http://schemas.microsoft.com/office/drawing/2014/main" id="{B5F2BE9F-CA32-07A8-67EC-94E80CBC43E7}"/>
                      </a:ext>
                    </a:extLst>
                  </p:cNvPr>
                  <p:cNvSpPr/>
                  <p:nvPr/>
                </p:nvSpPr>
                <p:spPr>
                  <a:xfrm>
                    <a:off x="8918696" y="3871486"/>
                    <a:ext cx="736664" cy="40645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3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𝒂𝒆</m:t>
                              </m:r>
                            </m:sub>
                          </m:sSub>
                        </m:oMath>
                      </m:oMathPara>
                    </a14:m>
                    <a:endParaRPr lang="en-US" sz="36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1" name="Rectangle 180">
                    <a:extLst>
                      <a:ext uri="{FF2B5EF4-FFF2-40B4-BE49-F238E27FC236}">
                        <a16:creationId xmlns:a16="http://schemas.microsoft.com/office/drawing/2014/main" id="{8BFE1737-A195-BEC5-3AE2-631DE27E8A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18696" y="3871486"/>
                    <a:ext cx="736664" cy="40645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40594415-A4BB-1122-376E-0F5EDC19D063}"/>
                  </a:ext>
                </a:extLst>
              </p:cNvPr>
              <p:cNvSpPr/>
              <p:nvPr/>
            </p:nvSpPr>
            <p:spPr>
              <a:xfrm>
                <a:off x="9980434" y="5412198"/>
                <a:ext cx="192633" cy="467965"/>
              </a:xfrm>
              <a:custGeom>
                <a:avLst/>
                <a:gdLst>
                  <a:gd name="connsiteX0" fmla="*/ 0 w 352425"/>
                  <a:gd name="connsiteY0" fmla="*/ 0 h 314325"/>
                  <a:gd name="connsiteX1" fmla="*/ 152400 w 352425"/>
                  <a:gd name="connsiteY1" fmla="*/ 47625 h 314325"/>
                  <a:gd name="connsiteX2" fmla="*/ 219075 w 352425"/>
                  <a:gd name="connsiteY2" fmla="*/ 114300 h 314325"/>
                  <a:gd name="connsiteX3" fmla="*/ 257175 w 352425"/>
                  <a:gd name="connsiteY3" fmla="*/ 161925 h 314325"/>
                  <a:gd name="connsiteX4" fmla="*/ 285750 w 352425"/>
                  <a:gd name="connsiteY4" fmla="*/ 209550 h 314325"/>
                  <a:gd name="connsiteX5" fmla="*/ 304800 w 352425"/>
                  <a:gd name="connsiteY5" fmla="*/ 247650 h 314325"/>
                  <a:gd name="connsiteX6" fmla="*/ 333375 w 352425"/>
                  <a:gd name="connsiteY6" fmla="*/ 276225 h 314325"/>
                  <a:gd name="connsiteX7" fmla="*/ 352425 w 352425"/>
                  <a:gd name="connsiteY7" fmla="*/ 314325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2425" h="314325">
                    <a:moveTo>
                      <a:pt x="0" y="0"/>
                    </a:moveTo>
                    <a:cubicBezTo>
                      <a:pt x="47061" y="11765"/>
                      <a:pt x="108464" y="18334"/>
                      <a:pt x="152400" y="47625"/>
                    </a:cubicBezTo>
                    <a:cubicBezTo>
                      <a:pt x="211116" y="86769"/>
                      <a:pt x="187536" y="72249"/>
                      <a:pt x="219075" y="114300"/>
                    </a:cubicBezTo>
                    <a:cubicBezTo>
                      <a:pt x="231273" y="130564"/>
                      <a:pt x="245517" y="145270"/>
                      <a:pt x="257175" y="161925"/>
                    </a:cubicBezTo>
                    <a:cubicBezTo>
                      <a:pt x="267792" y="177092"/>
                      <a:pt x="276759" y="193366"/>
                      <a:pt x="285750" y="209550"/>
                    </a:cubicBezTo>
                    <a:cubicBezTo>
                      <a:pt x="292646" y="221962"/>
                      <a:pt x="296547" y="236096"/>
                      <a:pt x="304800" y="247650"/>
                    </a:cubicBezTo>
                    <a:cubicBezTo>
                      <a:pt x="312630" y="258611"/>
                      <a:pt x="323850" y="266700"/>
                      <a:pt x="333375" y="276225"/>
                    </a:cubicBezTo>
                    <a:cubicBezTo>
                      <a:pt x="344320" y="309060"/>
                      <a:pt x="335800" y="297700"/>
                      <a:pt x="352425" y="31432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EEA5593-65F4-6AA7-41FF-E3C0BE9EE991}"/>
                  </a:ext>
                </a:extLst>
              </p:cNvPr>
              <p:cNvSpPr/>
              <p:nvPr/>
            </p:nvSpPr>
            <p:spPr>
              <a:xfrm>
                <a:off x="9370815" y="5871397"/>
                <a:ext cx="1044094" cy="40645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i="1" dirty="0">
                    <a:solidFill>
                      <a:schemeClr val="bg1">
                        <a:lumMod val="95000"/>
                      </a:schemeClr>
                    </a:solidFill>
                  </a:rPr>
                  <a:t>Y Error</a:t>
                </a: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05279A-9DE2-C3C0-2197-0A71DA1FCD8E}"/>
                  </a:ext>
                </a:extLst>
              </p:cNvPr>
              <p:cNvSpPr/>
              <p:nvPr/>
            </p:nvSpPr>
            <p:spPr>
              <a:xfrm rot="6301538">
                <a:off x="8102074" y="5102141"/>
                <a:ext cx="491628" cy="467965"/>
              </a:xfrm>
              <a:custGeom>
                <a:avLst/>
                <a:gdLst>
                  <a:gd name="connsiteX0" fmla="*/ 0 w 352425"/>
                  <a:gd name="connsiteY0" fmla="*/ 0 h 314325"/>
                  <a:gd name="connsiteX1" fmla="*/ 152400 w 352425"/>
                  <a:gd name="connsiteY1" fmla="*/ 47625 h 314325"/>
                  <a:gd name="connsiteX2" fmla="*/ 219075 w 352425"/>
                  <a:gd name="connsiteY2" fmla="*/ 114300 h 314325"/>
                  <a:gd name="connsiteX3" fmla="*/ 257175 w 352425"/>
                  <a:gd name="connsiteY3" fmla="*/ 161925 h 314325"/>
                  <a:gd name="connsiteX4" fmla="*/ 285750 w 352425"/>
                  <a:gd name="connsiteY4" fmla="*/ 209550 h 314325"/>
                  <a:gd name="connsiteX5" fmla="*/ 304800 w 352425"/>
                  <a:gd name="connsiteY5" fmla="*/ 247650 h 314325"/>
                  <a:gd name="connsiteX6" fmla="*/ 333375 w 352425"/>
                  <a:gd name="connsiteY6" fmla="*/ 276225 h 314325"/>
                  <a:gd name="connsiteX7" fmla="*/ 352425 w 352425"/>
                  <a:gd name="connsiteY7" fmla="*/ 314325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2425" h="314325">
                    <a:moveTo>
                      <a:pt x="0" y="0"/>
                    </a:moveTo>
                    <a:cubicBezTo>
                      <a:pt x="47061" y="11765"/>
                      <a:pt x="108464" y="18334"/>
                      <a:pt x="152400" y="47625"/>
                    </a:cubicBezTo>
                    <a:cubicBezTo>
                      <a:pt x="211116" y="86769"/>
                      <a:pt x="187536" y="72249"/>
                      <a:pt x="219075" y="114300"/>
                    </a:cubicBezTo>
                    <a:cubicBezTo>
                      <a:pt x="231273" y="130564"/>
                      <a:pt x="245517" y="145270"/>
                      <a:pt x="257175" y="161925"/>
                    </a:cubicBezTo>
                    <a:cubicBezTo>
                      <a:pt x="267792" y="177092"/>
                      <a:pt x="276759" y="193366"/>
                      <a:pt x="285750" y="209550"/>
                    </a:cubicBezTo>
                    <a:cubicBezTo>
                      <a:pt x="292646" y="221962"/>
                      <a:pt x="296547" y="236096"/>
                      <a:pt x="304800" y="247650"/>
                    </a:cubicBezTo>
                    <a:cubicBezTo>
                      <a:pt x="312630" y="258611"/>
                      <a:pt x="323850" y="266700"/>
                      <a:pt x="333375" y="276225"/>
                    </a:cubicBezTo>
                    <a:cubicBezTo>
                      <a:pt x="344320" y="309060"/>
                      <a:pt x="335800" y="297700"/>
                      <a:pt x="352425" y="31432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E14CFD58-CA58-F47C-D436-BB4DFA9C0D97}"/>
                      </a:ext>
                    </a:extLst>
                  </p:cNvPr>
                  <p:cNvSpPr/>
                  <p:nvPr/>
                </p:nvSpPr>
                <p:spPr>
                  <a:xfrm>
                    <a:off x="7814136" y="4748005"/>
                    <a:ext cx="1044094" cy="406455"/>
                  </a:xfrm>
                  <a:prstGeom prst="rect">
                    <a:avLst/>
                  </a:prstGeom>
                  <a:solidFill>
                    <a:schemeClr val="bg2">
                      <a:lumMod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6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36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oMath>
                    </a14:m>
                    <a:r>
                      <a:rPr lang="en-US" sz="3600" i="1" dirty="0">
                        <a:solidFill>
                          <a:schemeClr val="bg1">
                            <a:lumMod val="95000"/>
                          </a:schemeClr>
                        </a:solidFill>
                      </a:rPr>
                      <a:t> Error</a:t>
                    </a:r>
                  </a:p>
                </p:txBody>
              </p:sp>
            </mc:Choice>
            <mc:Fallback xmlns=""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8E065952-249B-501D-AE92-024F6CB8BCC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4136" y="4748005"/>
                    <a:ext cx="1044094" cy="40645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4839" r="-4153" b="-2338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4" name="Rectangle 1023">
                    <a:extLst>
                      <a:ext uri="{FF2B5EF4-FFF2-40B4-BE49-F238E27FC236}">
                        <a16:creationId xmlns:a16="http://schemas.microsoft.com/office/drawing/2014/main" id="{55BAFDEF-ADFD-9E0A-0AB0-7598ABD6E5EA}"/>
                      </a:ext>
                    </a:extLst>
                  </p:cNvPr>
                  <p:cNvSpPr/>
                  <p:nvPr/>
                </p:nvSpPr>
                <p:spPr>
                  <a:xfrm>
                    <a:off x="6096000" y="5285842"/>
                    <a:ext cx="782613" cy="251818"/>
                  </a:xfrm>
                  <a:prstGeom prst="rect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𝑶𝒓𝒊𝒈𝒊𝒏</m:t>
                          </m:r>
                        </m:oMath>
                      </m:oMathPara>
                    </a14:m>
                    <a:endParaRPr lang="en-US" sz="2800" b="1" i="1" dirty="0">
                      <a:solidFill>
                        <a:schemeClr val="bg1">
                          <a:lumMod val="9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24" name="Rectangle 1023">
                    <a:extLst>
                      <a:ext uri="{FF2B5EF4-FFF2-40B4-BE49-F238E27FC236}">
                        <a16:creationId xmlns:a16="http://schemas.microsoft.com/office/drawing/2014/main" id="{4A606764-8D1A-DCF4-756A-38F5146E80A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5285842"/>
                    <a:ext cx="782613" cy="25181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D00332BC-AA21-DFCC-C140-E0538D52D6E1}"/>
                  </a:ext>
                </a:extLst>
              </p:cNvPr>
              <p:cNvSpPr txBox="1"/>
              <p:nvPr/>
            </p:nvSpPr>
            <p:spPr>
              <a:xfrm>
                <a:off x="8847172" y="5582676"/>
                <a:ext cx="518531" cy="238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</a:rPr>
                  <a:t>1m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7" name="Rectangle 1026">
                    <a:extLst>
                      <a:ext uri="{FF2B5EF4-FFF2-40B4-BE49-F238E27FC236}">
                        <a16:creationId xmlns:a16="http://schemas.microsoft.com/office/drawing/2014/main" id="{845D0A51-7E36-6323-F36A-3FF0CC8605EE}"/>
                      </a:ext>
                    </a:extLst>
                  </p:cNvPr>
                  <p:cNvSpPr/>
                  <p:nvPr/>
                </p:nvSpPr>
                <p:spPr>
                  <a:xfrm>
                    <a:off x="10549710" y="5650087"/>
                    <a:ext cx="1632366" cy="406455"/>
                  </a:xfrm>
                  <a:prstGeom prst="rect">
                    <a:avLst/>
                  </a:prstGeom>
                  <a:solidFill>
                    <a:schemeClr val="accent4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6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36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oMath>
                    </a14:m>
                    <a:r>
                      <a:rPr lang="en-US" sz="3600" i="1" dirty="0">
                        <a:solidFill>
                          <a:schemeClr val="bg1">
                            <a:lumMod val="95000"/>
                          </a:schemeClr>
                        </a:solidFill>
                      </a:rPr>
                      <a:t> Correction</a:t>
                    </a:r>
                  </a:p>
                </p:txBody>
              </p:sp>
            </mc:Choice>
            <mc:Fallback xmlns="">
              <p:sp>
                <p:nvSpPr>
                  <p:cNvPr id="1027" name="Rectangle 1026">
                    <a:extLst>
                      <a:ext uri="{FF2B5EF4-FFF2-40B4-BE49-F238E27FC236}">
                        <a16:creationId xmlns:a16="http://schemas.microsoft.com/office/drawing/2014/main" id="{45179B4C-611C-0235-DE4F-948996D74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49710" y="5650087"/>
                    <a:ext cx="1632366" cy="40645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4032" r="-4090" b="-2338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F0D21817-1EDB-1475-4E21-CF1F74D641FA}"/>
                  </a:ext>
                </a:extLst>
              </p:cNvPr>
              <p:cNvSpPr/>
              <p:nvPr/>
            </p:nvSpPr>
            <p:spPr>
              <a:xfrm rot="21339185">
                <a:off x="10792113" y="5299391"/>
                <a:ext cx="491628" cy="392943"/>
              </a:xfrm>
              <a:custGeom>
                <a:avLst/>
                <a:gdLst>
                  <a:gd name="connsiteX0" fmla="*/ 0 w 352425"/>
                  <a:gd name="connsiteY0" fmla="*/ 0 h 314325"/>
                  <a:gd name="connsiteX1" fmla="*/ 152400 w 352425"/>
                  <a:gd name="connsiteY1" fmla="*/ 47625 h 314325"/>
                  <a:gd name="connsiteX2" fmla="*/ 219075 w 352425"/>
                  <a:gd name="connsiteY2" fmla="*/ 114300 h 314325"/>
                  <a:gd name="connsiteX3" fmla="*/ 257175 w 352425"/>
                  <a:gd name="connsiteY3" fmla="*/ 161925 h 314325"/>
                  <a:gd name="connsiteX4" fmla="*/ 285750 w 352425"/>
                  <a:gd name="connsiteY4" fmla="*/ 209550 h 314325"/>
                  <a:gd name="connsiteX5" fmla="*/ 304800 w 352425"/>
                  <a:gd name="connsiteY5" fmla="*/ 247650 h 314325"/>
                  <a:gd name="connsiteX6" fmla="*/ 333375 w 352425"/>
                  <a:gd name="connsiteY6" fmla="*/ 276225 h 314325"/>
                  <a:gd name="connsiteX7" fmla="*/ 352425 w 352425"/>
                  <a:gd name="connsiteY7" fmla="*/ 314325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2425" h="314325">
                    <a:moveTo>
                      <a:pt x="0" y="0"/>
                    </a:moveTo>
                    <a:cubicBezTo>
                      <a:pt x="47061" y="11765"/>
                      <a:pt x="108464" y="18334"/>
                      <a:pt x="152400" y="47625"/>
                    </a:cubicBezTo>
                    <a:cubicBezTo>
                      <a:pt x="211116" y="86769"/>
                      <a:pt x="187536" y="72249"/>
                      <a:pt x="219075" y="114300"/>
                    </a:cubicBezTo>
                    <a:cubicBezTo>
                      <a:pt x="231273" y="130564"/>
                      <a:pt x="245517" y="145270"/>
                      <a:pt x="257175" y="161925"/>
                    </a:cubicBezTo>
                    <a:cubicBezTo>
                      <a:pt x="267792" y="177092"/>
                      <a:pt x="276759" y="193366"/>
                      <a:pt x="285750" y="209550"/>
                    </a:cubicBezTo>
                    <a:cubicBezTo>
                      <a:pt x="292646" y="221962"/>
                      <a:pt x="296547" y="236096"/>
                      <a:pt x="304800" y="247650"/>
                    </a:cubicBezTo>
                    <a:cubicBezTo>
                      <a:pt x="312630" y="258611"/>
                      <a:pt x="323850" y="266700"/>
                      <a:pt x="333375" y="276225"/>
                    </a:cubicBezTo>
                    <a:cubicBezTo>
                      <a:pt x="344320" y="309060"/>
                      <a:pt x="335800" y="297700"/>
                      <a:pt x="352425" y="31432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32" name="Content Placeholder 7">
                  <a:extLst>
                    <a:ext uri="{FF2B5EF4-FFF2-40B4-BE49-F238E27FC236}">
                      <a16:creationId xmlns:a16="http://schemas.microsoft.com/office/drawing/2014/main" id="{7A6C3E76-F476-43DB-0288-4EDEBCE6DED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97176444"/>
                    </p:ext>
                  </p:extLst>
                </p:nvPr>
              </p:nvGraphicFramePr>
              <p:xfrm>
                <a:off x="923978" y="-4888816"/>
                <a:ext cx="14921269" cy="1581011"/>
              </p:xfrm>
              <a:graphic>
                <a:graphicData uri="http://schemas.openxmlformats.org/drawingml/2006/table">
                  <a:tbl>
                    <a:tblPr firstRow="1" firstCol="1" bandRow="1">
                      <a:tableStyleId>{00A15C55-8517-42AA-B614-E9B94910E393}</a:tableStyleId>
                    </a:tblPr>
                    <a:tblGrid>
                      <a:gridCol w="2149201">
                        <a:extLst>
                          <a:ext uri="{9D8B030D-6E8A-4147-A177-3AD203B41FA5}">
                            <a16:colId xmlns:a16="http://schemas.microsoft.com/office/drawing/2014/main" val="1854555257"/>
                          </a:ext>
                        </a:extLst>
                      </a:gridCol>
                      <a:gridCol w="2070321">
                        <a:extLst>
                          <a:ext uri="{9D8B030D-6E8A-4147-A177-3AD203B41FA5}">
                            <a16:colId xmlns:a16="http://schemas.microsoft.com/office/drawing/2014/main" val="1620927256"/>
                          </a:ext>
                        </a:extLst>
                      </a:gridCol>
                      <a:gridCol w="1905000">
                        <a:extLst>
                          <a:ext uri="{9D8B030D-6E8A-4147-A177-3AD203B41FA5}">
                            <a16:colId xmlns:a16="http://schemas.microsoft.com/office/drawing/2014/main" val="3379999563"/>
                          </a:ext>
                        </a:extLst>
                      </a:gridCol>
                      <a:gridCol w="1678432">
                        <a:extLst>
                          <a:ext uri="{9D8B030D-6E8A-4147-A177-3AD203B41FA5}">
                            <a16:colId xmlns:a16="http://schemas.microsoft.com/office/drawing/2014/main" val="589648836"/>
                          </a:ext>
                        </a:extLst>
                      </a:gridCol>
                      <a:gridCol w="1136835">
                        <a:extLst>
                          <a:ext uri="{9D8B030D-6E8A-4147-A177-3AD203B41FA5}">
                            <a16:colId xmlns:a16="http://schemas.microsoft.com/office/drawing/2014/main" val="505938770"/>
                          </a:ext>
                        </a:extLst>
                      </a:gridCol>
                      <a:gridCol w="1145134">
                        <a:extLst>
                          <a:ext uri="{9D8B030D-6E8A-4147-A177-3AD203B41FA5}">
                            <a16:colId xmlns:a16="http://schemas.microsoft.com/office/drawing/2014/main" val="319454534"/>
                          </a:ext>
                        </a:extLst>
                      </a:gridCol>
                      <a:gridCol w="2121541">
                        <a:extLst>
                          <a:ext uri="{9D8B030D-6E8A-4147-A177-3AD203B41FA5}">
                            <a16:colId xmlns:a16="http://schemas.microsoft.com/office/drawing/2014/main" val="3478889198"/>
                          </a:ext>
                        </a:extLst>
                      </a:gridCol>
                    </a:tblGrid>
                    <a:tr h="845487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Vector Name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X (m)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Y (m)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Z (m)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2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2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2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extLst>
                        <a:ext uri="{0D108BD9-81ED-4DB2-BD59-A6C34878D82A}">
                          <a16:rowId xmlns:a16="http://schemas.microsoft.com/office/drawing/2014/main" val="2217501301"/>
                        </a:ext>
                      </a:extLst>
                    </a:tr>
                    <a:tr h="422743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Rae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0.9999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0.0170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0.0170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extLst>
                        <a:ext uri="{0D108BD9-81ED-4DB2-BD59-A6C34878D82A}">
                          <a16:rowId xmlns:a16="http://schemas.microsoft.com/office/drawing/2014/main" val="2838644484"/>
                        </a:ext>
                      </a:extLst>
                    </a:tr>
                    <a:tr h="422743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Re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-0.0001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0.0170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0.0170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extLst>
                        <a:ext uri="{0D108BD9-81ED-4DB2-BD59-A6C34878D82A}">
                          <a16:rowId xmlns:a16="http://schemas.microsoft.com/office/drawing/2014/main" val="73989699"/>
                        </a:ext>
                      </a:extLst>
                    </a:tr>
                    <a:tr h="422743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Rce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0.0025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0.0025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extLst>
                        <a:ext uri="{0D108BD9-81ED-4DB2-BD59-A6C34878D82A}">
                          <a16:rowId xmlns:a16="http://schemas.microsoft.com/office/drawing/2014/main" val="2218635592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032" name="Content Placeholder 7">
                  <a:extLst>
                    <a:ext uri="{FF2B5EF4-FFF2-40B4-BE49-F238E27FC236}">
                      <a16:creationId xmlns:a16="http://schemas.microsoft.com/office/drawing/2014/main" id="{7A6C3E76-F476-43DB-0288-4EDEBCE6DED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97176444"/>
                    </p:ext>
                  </p:extLst>
                </p:nvPr>
              </p:nvGraphicFramePr>
              <p:xfrm>
                <a:off x="923978" y="-4888816"/>
                <a:ext cx="14921269" cy="1581011"/>
              </p:xfrm>
              <a:graphic>
                <a:graphicData uri="http://schemas.openxmlformats.org/drawingml/2006/table">
                  <a:tbl>
                    <a:tblPr firstRow="1" firstCol="1" bandRow="1">
                      <a:tableStyleId>{00A15C55-8517-42AA-B614-E9B94910E393}</a:tableStyleId>
                    </a:tblPr>
                    <a:tblGrid>
                      <a:gridCol w="2149201">
                        <a:extLst>
                          <a:ext uri="{9D8B030D-6E8A-4147-A177-3AD203B41FA5}">
                            <a16:colId xmlns:a16="http://schemas.microsoft.com/office/drawing/2014/main" val="1854555257"/>
                          </a:ext>
                        </a:extLst>
                      </a:gridCol>
                      <a:gridCol w="2070321">
                        <a:extLst>
                          <a:ext uri="{9D8B030D-6E8A-4147-A177-3AD203B41FA5}">
                            <a16:colId xmlns:a16="http://schemas.microsoft.com/office/drawing/2014/main" val="1620927256"/>
                          </a:ext>
                        </a:extLst>
                      </a:gridCol>
                      <a:gridCol w="1905000">
                        <a:extLst>
                          <a:ext uri="{9D8B030D-6E8A-4147-A177-3AD203B41FA5}">
                            <a16:colId xmlns:a16="http://schemas.microsoft.com/office/drawing/2014/main" val="3379999563"/>
                          </a:ext>
                        </a:extLst>
                      </a:gridCol>
                      <a:gridCol w="1678432">
                        <a:extLst>
                          <a:ext uri="{9D8B030D-6E8A-4147-A177-3AD203B41FA5}">
                            <a16:colId xmlns:a16="http://schemas.microsoft.com/office/drawing/2014/main" val="589648836"/>
                          </a:ext>
                        </a:extLst>
                      </a:gridCol>
                      <a:gridCol w="1136835">
                        <a:extLst>
                          <a:ext uri="{9D8B030D-6E8A-4147-A177-3AD203B41FA5}">
                            <a16:colId xmlns:a16="http://schemas.microsoft.com/office/drawing/2014/main" val="505938770"/>
                          </a:ext>
                        </a:extLst>
                      </a:gridCol>
                      <a:gridCol w="1145134">
                        <a:extLst>
                          <a:ext uri="{9D8B030D-6E8A-4147-A177-3AD203B41FA5}">
                            <a16:colId xmlns:a16="http://schemas.microsoft.com/office/drawing/2014/main" val="319454534"/>
                          </a:ext>
                        </a:extLst>
                      </a:gridCol>
                      <a:gridCol w="2121541">
                        <a:extLst>
                          <a:ext uri="{9D8B030D-6E8A-4147-A177-3AD203B41FA5}">
                            <a16:colId xmlns:a16="http://schemas.microsoft.com/office/drawing/2014/main" val="3478889198"/>
                          </a:ext>
                        </a:extLst>
                      </a:gridCol>
                    </a:tblGrid>
                    <a:tr h="853440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Vector Name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X (m)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Y (m)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Z (m)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endParaRPr lang="en-US"/>
                          </a:p>
                        </a:txBody>
                        <a:tcPr marL="68580" marR="68580" marT="0" marB="0">
                          <a:blipFill>
                            <a:blip r:embed="rId21"/>
                            <a:stretch>
                              <a:fillRect l="-685561" t="-12143" r="-288770" b="-175714"/>
                            </a:stretch>
                          </a:blip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US"/>
                          </a:p>
                        </a:txBody>
                        <a:tcPr marL="68580" marR="68580" marT="0" marB="0">
                          <a:blipFill>
                            <a:blip r:embed="rId21"/>
                            <a:stretch>
                              <a:fillRect l="-781383" t="-12143" r="-187234" b="-175714"/>
                            </a:stretch>
                          </a:blipFill>
                        </a:tcPr>
                      </a:tc>
                      <a:tc>
                        <a:txBody>
                          <a:bodyPr/>
                          <a:lstStyle/>
                          <a:p>
                            <a:endParaRPr lang="en-US"/>
                          </a:p>
                        </a:txBody>
                        <a:tcPr marL="68580" marR="68580" marT="0" marB="0">
                          <a:blipFill>
                            <a:blip r:embed="rId21"/>
                            <a:stretch>
                              <a:fillRect l="-476149" t="-12143" r="-1149" b="-175714"/>
                            </a:stretch>
                          </a:blip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217501301"/>
                        </a:ext>
                      </a:extLst>
                    </a:tr>
                    <a:tr h="426720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Rae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0.9999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0.0170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0.0170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extLst>
                        <a:ext uri="{0D108BD9-81ED-4DB2-BD59-A6C34878D82A}">
                          <a16:rowId xmlns:a16="http://schemas.microsoft.com/office/drawing/2014/main" val="2838644484"/>
                        </a:ext>
                      </a:extLst>
                    </a:tr>
                    <a:tr h="426720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Re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-0.0001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0.0170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0.0170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extLst>
                        <a:ext uri="{0D108BD9-81ED-4DB2-BD59-A6C34878D82A}">
                          <a16:rowId xmlns:a16="http://schemas.microsoft.com/office/drawing/2014/main" val="73989699"/>
                        </a:ext>
                      </a:extLst>
                    </a:tr>
                    <a:tr h="426720"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Rce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0.0025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>
                                <a:effectLst/>
                              </a:rPr>
                              <a:t>0</a:t>
                            </a:r>
                            <a:endParaRPr lang="en-US" sz="280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tc>
                        <a:txBody>
                          <a:bodyPr/>
                          <a:lstStyle/>
                          <a:p>
                            <a:pPr marL="0" marR="0" algn="just">
                              <a:buNone/>
                            </a:pPr>
                            <a:r>
                              <a:rPr lang="en-US" sz="2800" dirty="0">
                                <a:effectLst/>
                              </a:rPr>
                              <a:t>0.0025</a:t>
                            </a:r>
                            <a:endParaRPr lang="en-US" sz="2800" dirty="0"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a:txBody>
                        <a:tcPr marL="68580" marR="68580" marT="0" marB="0"/>
                      </a:tc>
                      <a:extLst>
                        <a:ext uri="{0D108BD9-81ED-4DB2-BD59-A6C34878D82A}">
                          <a16:rowId xmlns:a16="http://schemas.microsoft.com/office/drawing/2014/main" val="2218635592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4" name="TextBox 1033">
                  <a:extLst>
                    <a:ext uri="{FF2B5EF4-FFF2-40B4-BE49-F238E27FC236}">
                      <a16:creationId xmlns:a16="http://schemas.microsoft.com/office/drawing/2014/main" id="{9AAEC529-B3CE-9F13-A6F8-65A31386CF0D}"/>
                    </a:ext>
                  </a:extLst>
                </p:cNvPr>
                <p:cNvSpPr txBox="1"/>
                <p:nvPr/>
              </p:nvSpPr>
              <p:spPr>
                <a:xfrm>
                  <a:off x="867783" y="2071398"/>
                  <a:ext cx="12234394" cy="7982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3200" i="1" dirty="0"/>
                    <a:t>FIGURE 3. A 17mrad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a14:m>
                  <a:r>
                    <a:rPr lang="en-US" sz="3200" dirty="0"/>
                    <a:t> error is corrected to 2.5mrad with the corrector located at the origin.</a:t>
                  </a:r>
                </a:p>
              </p:txBody>
            </p:sp>
          </mc:Choice>
          <mc:Fallback xmlns="">
            <p:sp>
              <p:nvSpPr>
                <p:cNvPr id="1034" name="TextBox 1033">
                  <a:extLst>
                    <a:ext uri="{FF2B5EF4-FFF2-40B4-BE49-F238E27FC236}">
                      <a16:creationId xmlns:a16="http://schemas.microsoft.com/office/drawing/2014/main" id="{9AAEC529-B3CE-9F13-A6F8-65A31386C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783" y="2071398"/>
                  <a:ext cx="12234394" cy="798225"/>
                </a:xfrm>
                <a:prstGeom prst="rect">
                  <a:avLst/>
                </a:prstGeom>
                <a:blipFill>
                  <a:blip r:embed="rId22"/>
                  <a:stretch>
                    <a:fillRect l="-1523" t="-6818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0" name="TextBox 269">
            <a:extLst>
              <a:ext uri="{FF2B5EF4-FFF2-40B4-BE49-F238E27FC236}">
                <a16:creationId xmlns:a16="http://schemas.microsoft.com/office/drawing/2014/main" id="{D2F07D54-5ACC-C2A5-44CA-AAE04B6D3BFD}"/>
              </a:ext>
            </a:extLst>
          </p:cNvPr>
          <p:cNvSpPr txBox="1"/>
          <p:nvPr/>
        </p:nvSpPr>
        <p:spPr>
          <a:xfrm>
            <a:off x="519979" y="4930328"/>
            <a:ext cx="12772098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MODEL VALIDATION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0" name="Content Placeholder 7">
                <a:extLst>
                  <a:ext uri="{FF2B5EF4-FFF2-40B4-BE49-F238E27FC236}">
                    <a16:creationId xmlns:a16="http://schemas.microsoft.com/office/drawing/2014/main" id="{A33396C0-EF22-6A94-1F65-99FCA94FFC9A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914850" y="5904229"/>
              <a:ext cx="12206460" cy="22098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0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0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1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6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3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0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839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Vector Name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X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Y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Z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Rae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0.9999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Re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-0.0001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Rce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-0.0004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0.0310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0.0025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0" name="Content Placeholder 7">
                <a:extLst>
                  <a:ext uri="{FF2B5EF4-FFF2-40B4-BE49-F238E27FC236}">
                    <a16:creationId xmlns:a16="http://schemas.microsoft.com/office/drawing/2014/main" id="{A33396C0-EF22-6A94-1F65-99FCA94FFC9A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914850" y="5904229"/>
              <a:ext cx="12206460" cy="22098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0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0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1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6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3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0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839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Vector Name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X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Y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Z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685027" t="-11644" r="-288770" b="-173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780851" t="-11644" r="-187234" b="-173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475862" t="-11644" r="-1149" b="-1739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Rae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0.9999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Re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-0.0001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Rce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-0.0004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0.0310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0.0025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8" name="Rectangle 267">
            <a:extLst>
              <a:ext uri="{FF2B5EF4-FFF2-40B4-BE49-F238E27FC236}">
                <a16:creationId xmlns:a16="http://schemas.microsoft.com/office/drawing/2014/main" id="{C235B62B-762B-7864-7E9D-6B8497019C43}"/>
              </a:ext>
            </a:extLst>
          </p:cNvPr>
          <p:cNvSpPr/>
          <p:nvPr/>
        </p:nvSpPr>
        <p:spPr>
          <a:xfrm>
            <a:off x="651203" y="4813305"/>
            <a:ext cx="12688103" cy="7878231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42B3DB4-B379-3A49-BC5A-5279562138BB}"/>
              </a:ext>
            </a:extLst>
          </p:cNvPr>
          <p:cNvGrpSpPr>
            <a:grpSpLocks noChangeAspect="1"/>
          </p:cNvGrpSpPr>
          <p:nvPr/>
        </p:nvGrpSpPr>
        <p:grpSpPr>
          <a:xfrm>
            <a:off x="1234571" y="8253773"/>
            <a:ext cx="11599250" cy="4430883"/>
            <a:chOff x="1094291" y="4049983"/>
            <a:chExt cx="7171964" cy="2596288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2F709136-C49A-7311-FBD5-4E5D80CA97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6739" y="4914648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8" name="Straight Arrow Connector 1087">
              <a:extLst>
                <a:ext uri="{FF2B5EF4-FFF2-40B4-BE49-F238E27FC236}">
                  <a16:creationId xmlns:a16="http://schemas.microsoft.com/office/drawing/2014/main" id="{F23BD323-1F18-21B0-A61C-55C002B33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1654" y="5926649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9" name="Straight Arrow Connector 1088">
              <a:extLst>
                <a:ext uri="{FF2B5EF4-FFF2-40B4-BE49-F238E27FC236}">
                  <a16:creationId xmlns:a16="http://schemas.microsoft.com/office/drawing/2014/main" id="{BD7806B1-3707-7436-53C1-B228EE04C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326" y="5926649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AECE8738-13A3-02F0-69E8-9F34973290D9}"/>
                </a:ext>
              </a:extLst>
            </p:cNvPr>
            <p:cNvSpPr txBox="1"/>
            <p:nvPr/>
          </p:nvSpPr>
          <p:spPr>
            <a:xfrm>
              <a:off x="1280520" y="5818113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140CB974-80EB-A04C-E0B9-B294F3DA5385}"/>
                </a:ext>
              </a:extLst>
            </p:cNvPr>
            <p:cNvSpPr txBox="1"/>
            <p:nvPr/>
          </p:nvSpPr>
          <p:spPr>
            <a:xfrm>
              <a:off x="1602076" y="4656623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80707178-E194-B3D4-68EC-6330813EDD74}"/>
                </a:ext>
              </a:extLst>
            </p:cNvPr>
            <p:cNvSpPr txBox="1"/>
            <p:nvPr/>
          </p:nvSpPr>
          <p:spPr>
            <a:xfrm>
              <a:off x="2604171" y="5818113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p:cxnSp>
          <p:nvCxnSpPr>
            <p:cNvPr id="1093" name="Straight Arrow Connector 1092">
              <a:extLst>
                <a:ext uri="{FF2B5EF4-FFF2-40B4-BE49-F238E27FC236}">
                  <a16:creationId xmlns:a16="http://schemas.microsoft.com/office/drawing/2014/main" id="{6A9A42BC-B713-5480-23D3-8FA538FE2BF1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31390" y="4626894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4" name="Straight Arrow Connector 1093">
              <a:extLst>
                <a:ext uri="{FF2B5EF4-FFF2-40B4-BE49-F238E27FC236}">
                  <a16:creationId xmlns:a16="http://schemas.microsoft.com/office/drawing/2014/main" id="{F2DE6C34-806E-1B95-333D-EB5339397F73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79432" y="5576865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5" name="Straight Arrow Connector 1094">
              <a:extLst>
                <a:ext uri="{FF2B5EF4-FFF2-40B4-BE49-F238E27FC236}">
                  <a16:creationId xmlns:a16="http://schemas.microsoft.com/office/drawing/2014/main" id="{BA1C76B3-B3C3-DD0B-6AE8-9879CC771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2307" y="5631489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1D8A5BCC-B616-89D5-B085-B12D96EE144D}"/>
                </a:ext>
              </a:extLst>
            </p:cNvPr>
            <p:cNvSpPr txBox="1"/>
            <p:nvPr/>
          </p:nvSpPr>
          <p:spPr>
            <a:xfrm>
              <a:off x="4390252" y="4590942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B0711A0D-0CEA-5ABA-737E-F2592F32B9FC}"/>
                </a:ext>
              </a:extLst>
            </p:cNvPr>
            <p:cNvCxnSpPr/>
            <p:nvPr/>
          </p:nvCxnSpPr>
          <p:spPr>
            <a:xfrm flipV="1">
              <a:off x="1974943" y="5631489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8" name="TextBox 1097">
              <a:extLst>
                <a:ext uri="{FF2B5EF4-FFF2-40B4-BE49-F238E27FC236}">
                  <a16:creationId xmlns:a16="http://schemas.microsoft.com/office/drawing/2014/main" id="{27014FE7-26F4-AD2C-66BB-988528312314}"/>
                </a:ext>
              </a:extLst>
            </p:cNvPr>
            <p:cNvSpPr txBox="1"/>
            <p:nvPr/>
          </p:nvSpPr>
          <p:spPr>
            <a:xfrm>
              <a:off x="4366854" y="5924919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099" name="TextBox 1098">
              <a:extLst>
                <a:ext uri="{FF2B5EF4-FFF2-40B4-BE49-F238E27FC236}">
                  <a16:creationId xmlns:a16="http://schemas.microsoft.com/office/drawing/2014/main" id="{D5DA9727-1753-F0A7-EC72-F639D253A561}"/>
                </a:ext>
              </a:extLst>
            </p:cNvPr>
            <p:cNvSpPr txBox="1"/>
            <p:nvPr/>
          </p:nvSpPr>
          <p:spPr>
            <a:xfrm>
              <a:off x="5542253" y="5479646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p:grpSp>
          <p:nvGrpSpPr>
            <p:cNvPr id="1100" name="Group 1099">
              <a:extLst>
                <a:ext uri="{FF2B5EF4-FFF2-40B4-BE49-F238E27FC236}">
                  <a16:creationId xmlns:a16="http://schemas.microsoft.com/office/drawing/2014/main" id="{700C86B6-4D71-CA24-C61A-CFE45B2ADE0E}"/>
                </a:ext>
              </a:extLst>
            </p:cNvPr>
            <p:cNvGrpSpPr/>
            <p:nvPr/>
          </p:nvGrpSpPr>
          <p:grpSpPr>
            <a:xfrm rot="525620">
              <a:off x="4647247" y="4341121"/>
              <a:ext cx="1235329" cy="1332772"/>
              <a:chOff x="4470163" y="4586313"/>
              <a:chExt cx="885549" cy="895203"/>
            </a:xfrm>
          </p:grpSpPr>
          <p:cxnSp>
            <p:nvCxnSpPr>
              <p:cNvPr id="1129" name="Straight Arrow Connector 1128">
                <a:extLst>
                  <a:ext uri="{FF2B5EF4-FFF2-40B4-BE49-F238E27FC236}">
                    <a16:creationId xmlns:a16="http://schemas.microsoft.com/office/drawing/2014/main" id="{C73E10FC-C043-8E2C-92C8-8076E3A83328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07601" y="4586313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0" name="Straight Arrow Connector 1129">
                <a:extLst>
                  <a:ext uri="{FF2B5EF4-FFF2-40B4-BE49-F238E27FC236}">
                    <a16:creationId xmlns:a16="http://schemas.microsoft.com/office/drawing/2014/main" id="{0C2DB94F-FA85-DF81-CFDC-E70F84EA0792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42040" y="5224394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1" name="Straight Arrow Connector 1130">
                <a:extLst>
                  <a:ext uri="{FF2B5EF4-FFF2-40B4-BE49-F238E27FC236}">
                    <a16:creationId xmlns:a16="http://schemas.microsoft.com/office/drawing/2014/main" id="{228C2B19-0D75-6865-C6BE-AA3CD1322ADC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0163" y="5291070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01" name="Straight Arrow Connector 1100">
              <a:extLst>
                <a:ext uri="{FF2B5EF4-FFF2-40B4-BE49-F238E27FC236}">
                  <a16:creationId xmlns:a16="http://schemas.microsoft.com/office/drawing/2014/main" id="{301512EE-7BBF-30E7-BDBA-2EF6F649D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2287" y="5341182"/>
              <a:ext cx="7581" cy="5854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D78D1991-0E59-DE28-1F1F-2E8C5776E0DD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39" y="5926648"/>
              <a:ext cx="3014020" cy="11281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EBEDFEA7-2A59-85C3-D4C9-E6152795C90D}"/>
                </a:ext>
              </a:extLst>
            </p:cNvPr>
            <p:cNvSpPr/>
            <p:nvPr/>
          </p:nvSpPr>
          <p:spPr>
            <a:xfrm>
              <a:off x="4976037" y="4287032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9E55CE5C-DF1C-5294-3390-300743523DCA}"/>
                </a:ext>
              </a:extLst>
            </p:cNvPr>
            <p:cNvSpPr/>
            <p:nvPr/>
          </p:nvSpPr>
          <p:spPr>
            <a:xfrm>
              <a:off x="3785574" y="4282943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2DBD608F-DC03-515F-40C4-C658D2971F3D}"/>
                </a:ext>
              </a:extLst>
            </p:cNvPr>
            <p:cNvSpPr/>
            <p:nvPr/>
          </p:nvSpPr>
          <p:spPr>
            <a:xfrm>
              <a:off x="4960759" y="5476265"/>
              <a:ext cx="491628" cy="763552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E98FBE5D-C236-8434-FB13-1259D89C475D}"/>
                </a:ext>
              </a:extLst>
            </p:cNvPr>
            <p:cNvSpPr/>
            <p:nvPr/>
          </p:nvSpPr>
          <p:spPr>
            <a:xfrm>
              <a:off x="4960759" y="6239816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74E49166-9669-5AB7-7452-C410E7BF1D4A}"/>
                </a:ext>
              </a:extLst>
            </p:cNvPr>
            <p:cNvSpPr/>
            <p:nvPr/>
          </p:nvSpPr>
          <p:spPr>
            <a:xfrm rot="6301538">
              <a:off x="3082399" y="5461794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653F8E9C-058C-79AB-C49D-955FDE67B224}"/>
                    </a:ext>
                  </a:extLst>
                </p:cNvPr>
                <p:cNvSpPr/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2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75B38B00-56C3-95BA-78F9-D8AA9035C0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blipFill>
                  <a:blip r:embed="rId25"/>
                  <a:stretch>
                    <a:fillRect t="-4505" r="-3534" b="-2252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59A65968-23FA-BFC7-783A-AA90424D6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6348" y="5268532"/>
              <a:ext cx="2425635" cy="33177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D8CFEFF6-A767-3F82-13FB-7B139D589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3962" y="5276710"/>
              <a:ext cx="2446730" cy="366098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8C282B33-A572-E844-0E66-2DEF0F7FE749}"/>
                </a:ext>
              </a:extLst>
            </p:cNvPr>
            <p:cNvGrpSpPr/>
            <p:nvPr/>
          </p:nvGrpSpPr>
          <p:grpSpPr>
            <a:xfrm rot="21156203">
              <a:off x="6814720" y="4197957"/>
              <a:ext cx="1396891" cy="1453324"/>
              <a:chOff x="6854279" y="4258831"/>
              <a:chExt cx="1396891" cy="1453324"/>
            </a:xfrm>
          </p:grpSpPr>
          <p:cxnSp>
            <p:nvCxnSpPr>
              <p:cNvPr id="1126" name="Straight Arrow Connector 1125">
                <a:extLst>
                  <a:ext uri="{FF2B5EF4-FFF2-40B4-BE49-F238E27FC236}">
                    <a16:creationId xmlns:a16="http://schemas.microsoft.com/office/drawing/2014/main" id="{8EC52CDA-4149-BA25-F509-41974F8B78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0692" y="4258831"/>
                <a:ext cx="0" cy="10178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7" name="Straight Arrow Connector 1126">
                <a:extLst>
                  <a:ext uri="{FF2B5EF4-FFF2-40B4-BE49-F238E27FC236}">
                    <a16:creationId xmlns:a16="http://schemas.microsoft.com/office/drawing/2014/main" id="{83EC7E81-1C4C-0F1D-8D22-AF7B1DAF92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5607" y="5270832"/>
                <a:ext cx="995563" cy="58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8" name="Straight Arrow Connector 1127">
                <a:extLst>
                  <a:ext uri="{FF2B5EF4-FFF2-40B4-BE49-F238E27FC236}">
                    <a16:creationId xmlns:a16="http://schemas.microsoft.com/office/drawing/2014/main" id="{3D795CDC-D328-34BA-BC55-18C6512FEE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4279" y="5270832"/>
                <a:ext cx="444617" cy="4413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39F0BDE4-6EC1-2CDC-D2DA-FAA49D0F98E8}"/>
                </a:ext>
              </a:extLst>
            </p:cNvPr>
            <p:cNvSpPr txBox="1"/>
            <p:nvPr/>
          </p:nvSpPr>
          <p:spPr>
            <a:xfrm>
              <a:off x="6990364" y="5484502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113" name="TextBox 1112">
              <a:extLst>
                <a:ext uri="{FF2B5EF4-FFF2-40B4-BE49-F238E27FC236}">
                  <a16:creationId xmlns:a16="http://schemas.microsoft.com/office/drawing/2014/main" id="{8586A809-083F-BF3D-B525-DC6D336C807C}"/>
                </a:ext>
              </a:extLst>
            </p:cNvPr>
            <p:cNvSpPr txBox="1"/>
            <p:nvPr/>
          </p:nvSpPr>
          <p:spPr>
            <a:xfrm>
              <a:off x="6826916" y="4049983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924AB3C9-ACE1-63E5-51C7-5C3F31F7EE45}"/>
                </a:ext>
              </a:extLst>
            </p:cNvPr>
            <p:cNvSpPr txBox="1"/>
            <p:nvPr/>
          </p:nvSpPr>
          <p:spPr>
            <a:xfrm>
              <a:off x="7928124" y="5162296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5" name="Rectangle 1114">
                  <a:extLst>
                    <a:ext uri="{FF2B5EF4-FFF2-40B4-BE49-F238E27FC236}">
                      <a16:creationId xmlns:a16="http://schemas.microsoft.com/office/drawing/2014/main" id="{855BABCF-4644-1BA8-E1CD-09F388CFF2DB}"/>
                    </a:ext>
                  </a:extLst>
                </p:cNvPr>
                <p:cNvSpPr/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24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5" name="Rectangle 1114">
                  <a:extLst>
                    <a:ext uri="{FF2B5EF4-FFF2-40B4-BE49-F238E27FC236}">
                      <a16:creationId xmlns:a16="http://schemas.microsoft.com/office/drawing/2014/main" id="{9297BEA9-A8F0-DA14-2C3C-9824DCCC0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blipFill>
                  <a:blip r:embed="rId26"/>
                  <a:stretch>
                    <a:fillRect l="-3349" b="-235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FF9598E2-F9A2-2ACD-A7D3-FDC4E943AA97}"/>
                    </a:ext>
                  </a:extLst>
                </p:cNvPr>
                <p:cNvSpPr/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2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A40D6ECA-B8EC-9444-948A-EE2B09EFDE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blipFill>
                  <a:blip r:embed="rId27"/>
                  <a:stretch>
                    <a:fillRect t="-3571" r="-3864" b="-22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0B9773A2-C652-23A5-E29B-F583D29D5C35}"/>
                </a:ext>
              </a:extLst>
            </p:cNvPr>
            <p:cNvSpPr/>
            <p:nvPr/>
          </p:nvSpPr>
          <p:spPr>
            <a:xfrm rot="15762343">
              <a:off x="6352156" y="5341193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118" name="TextBox 1117">
              <a:extLst>
                <a:ext uri="{FF2B5EF4-FFF2-40B4-BE49-F238E27FC236}">
                  <a16:creationId xmlns:a16="http://schemas.microsoft.com/office/drawing/2014/main" id="{5CE3C6EF-7D58-3A47-BE9F-03FDBE4F2B7A}"/>
                </a:ext>
              </a:extLst>
            </p:cNvPr>
            <p:cNvSpPr txBox="1"/>
            <p:nvPr/>
          </p:nvSpPr>
          <p:spPr>
            <a:xfrm>
              <a:off x="5930743" y="5420395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119" name="TextBox 1118">
              <a:extLst>
                <a:ext uri="{FF2B5EF4-FFF2-40B4-BE49-F238E27FC236}">
                  <a16:creationId xmlns:a16="http://schemas.microsoft.com/office/drawing/2014/main" id="{58FAE544-9C9D-E945-E4AD-651F2C101CE5}"/>
                </a:ext>
              </a:extLst>
            </p:cNvPr>
            <p:cNvSpPr txBox="1"/>
            <p:nvPr/>
          </p:nvSpPr>
          <p:spPr>
            <a:xfrm>
              <a:off x="3223049" y="5929490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grpSp>
          <p:nvGrpSpPr>
            <p:cNvPr id="1120" name="Group 1119">
              <a:extLst>
                <a:ext uri="{FF2B5EF4-FFF2-40B4-BE49-F238E27FC236}">
                  <a16:creationId xmlns:a16="http://schemas.microsoft.com/office/drawing/2014/main" id="{893EA3D5-F883-B59F-3B11-58B1F35DD0B1}"/>
                </a:ext>
              </a:extLst>
            </p:cNvPr>
            <p:cNvGrpSpPr/>
            <p:nvPr/>
          </p:nvGrpSpPr>
          <p:grpSpPr>
            <a:xfrm>
              <a:off x="7270692" y="4245152"/>
              <a:ext cx="995563" cy="1017879"/>
              <a:chOff x="7408007" y="4411231"/>
              <a:chExt cx="995563" cy="1017879"/>
            </a:xfrm>
          </p:grpSpPr>
          <p:cxnSp>
            <p:nvCxnSpPr>
              <p:cNvPr id="1124" name="Straight Arrow Connector 1123">
                <a:extLst>
                  <a:ext uri="{FF2B5EF4-FFF2-40B4-BE49-F238E27FC236}">
                    <a16:creationId xmlns:a16="http://schemas.microsoft.com/office/drawing/2014/main" id="{0ED987C2-04E6-8759-E0AB-0AE20D97BC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3092" y="4411231"/>
                <a:ext cx="0" cy="1017879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5" name="Straight Arrow Connector 1124">
                <a:extLst>
                  <a:ext uri="{FF2B5EF4-FFF2-40B4-BE49-F238E27FC236}">
                    <a16:creationId xmlns:a16="http://schemas.microsoft.com/office/drawing/2014/main" id="{D8536702-9841-8030-6A40-78D6A38C5D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08007" y="5423232"/>
                <a:ext cx="995563" cy="5878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21" name="TextBox 1120">
              <a:extLst>
                <a:ext uri="{FF2B5EF4-FFF2-40B4-BE49-F238E27FC236}">
                  <a16:creationId xmlns:a16="http://schemas.microsoft.com/office/drawing/2014/main" id="{08CEA343-0782-118D-356F-B24359FF7C9B}"/>
                </a:ext>
              </a:extLst>
            </p:cNvPr>
            <p:cNvSpPr txBox="1"/>
            <p:nvPr/>
          </p:nvSpPr>
          <p:spPr>
            <a:xfrm>
              <a:off x="3852517" y="5349456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2671FBC0-1FEC-73AF-1DB6-3A4819332ADA}"/>
                </a:ext>
              </a:extLst>
            </p:cNvPr>
            <p:cNvSpPr txBox="1"/>
            <p:nvPr/>
          </p:nvSpPr>
          <p:spPr>
            <a:xfrm>
              <a:off x="5748074" y="4938881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84737F9E-C1F1-5232-5418-95C24A7C80E7}"/>
                </a:ext>
              </a:extLst>
            </p:cNvPr>
            <p:cNvSpPr txBox="1"/>
            <p:nvPr/>
          </p:nvSpPr>
          <p:spPr>
            <a:xfrm>
              <a:off x="4843447" y="4922802"/>
              <a:ext cx="477937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POI</a:t>
              </a:r>
            </a:p>
          </p:txBody>
        </p:sp>
      </p:grpSp>
      <p:grpSp>
        <p:nvGrpSpPr>
          <p:cNvPr id="1162" name="Group 1161">
            <a:extLst>
              <a:ext uri="{FF2B5EF4-FFF2-40B4-BE49-F238E27FC236}">
                <a16:creationId xmlns:a16="http://schemas.microsoft.com/office/drawing/2014/main" id="{957770E7-4B40-54FB-FABE-FFFC3784769F}"/>
              </a:ext>
            </a:extLst>
          </p:cNvPr>
          <p:cNvGrpSpPr>
            <a:grpSpLocks noChangeAspect="1"/>
          </p:cNvGrpSpPr>
          <p:nvPr/>
        </p:nvGrpSpPr>
        <p:grpSpPr>
          <a:xfrm>
            <a:off x="13606484" y="-13619163"/>
            <a:ext cx="11723618" cy="5116402"/>
            <a:chOff x="16329263" y="-10169129"/>
            <a:chExt cx="6001614" cy="2619214"/>
          </a:xfrm>
        </p:grpSpPr>
        <p:pic>
          <p:nvPicPr>
            <p:cNvPr id="1159" name="Picture 1158">
              <a:extLst>
                <a:ext uri="{FF2B5EF4-FFF2-40B4-BE49-F238E27FC236}">
                  <a16:creationId xmlns:a16="http://schemas.microsoft.com/office/drawing/2014/main" id="{8B99B966-FBD4-DAAA-E15D-4E6C7337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6329263" y="-10169129"/>
              <a:ext cx="6001614" cy="2189185"/>
            </a:xfrm>
            <a:prstGeom prst="rect">
              <a:avLst/>
            </a:prstGeom>
          </p:spPr>
        </p:pic>
        <p:sp>
          <p:nvSpPr>
            <p:cNvPr id="1160" name="Rectangle 1159">
              <a:extLst>
                <a:ext uri="{FF2B5EF4-FFF2-40B4-BE49-F238E27FC236}">
                  <a16:creationId xmlns:a16="http://schemas.microsoft.com/office/drawing/2014/main" id="{7A52C90B-0DB9-49A0-8B47-A1E5E5DD6F71}"/>
                </a:ext>
              </a:extLst>
            </p:cNvPr>
            <p:cNvSpPr/>
            <p:nvPr/>
          </p:nvSpPr>
          <p:spPr>
            <a:xfrm>
              <a:off x="16846267" y="-7921407"/>
              <a:ext cx="2041171" cy="3714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i="1" dirty="0">
                  <a:solidFill>
                    <a:schemeClr val="tx1"/>
                  </a:solidFill>
                </a:rPr>
                <a:t>Ray Trace</a:t>
              </a:r>
            </a:p>
          </p:txBody>
        </p:sp>
        <p:sp>
          <p:nvSpPr>
            <p:cNvPr id="1161" name="Rectangle 1160">
              <a:extLst>
                <a:ext uri="{FF2B5EF4-FFF2-40B4-BE49-F238E27FC236}">
                  <a16:creationId xmlns:a16="http://schemas.microsoft.com/office/drawing/2014/main" id="{CC5C2DF0-DAB9-05C2-F0C5-3318B8D357C1}"/>
                </a:ext>
              </a:extLst>
            </p:cNvPr>
            <p:cNvSpPr/>
            <p:nvPr/>
          </p:nvSpPr>
          <p:spPr>
            <a:xfrm>
              <a:off x="19446704" y="-7927700"/>
              <a:ext cx="2152782" cy="3745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i="1" dirty="0">
                  <a:solidFill>
                    <a:schemeClr val="tx1"/>
                  </a:solidFill>
                </a:rPr>
                <a:t>Transform Path</a:t>
              </a:r>
            </a:p>
          </p:txBody>
        </p:sp>
      </p:grpSp>
      <p:sp>
        <p:nvSpPr>
          <p:cNvPr id="1163" name="Rectangle 1162">
            <a:extLst>
              <a:ext uri="{FF2B5EF4-FFF2-40B4-BE49-F238E27FC236}">
                <a16:creationId xmlns:a16="http://schemas.microsoft.com/office/drawing/2014/main" id="{6A1BDD70-8CB0-F6D7-2103-08DA6A3BECAB}"/>
              </a:ext>
            </a:extLst>
          </p:cNvPr>
          <p:cNvSpPr/>
          <p:nvPr/>
        </p:nvSpPr>
        <p:spPr>
          <a:xfrm>
            <a:off x="13498363" y="-16202322"/>
            <a:ext cx="12420011" cy="1987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1" b="1" dirty="0"/>
              <a:t>Task</a:t>
            </a:r>
            <a:r>
              <a:rPr lang="en-US" sz="4001" dirty="0"/>
              <a:t>: Determine if the focusing optics of this telescope can be assembled with respect to mechanical datums using mechanical tolerances or require alignment.</a:t>
            </a:r>
          </a:p>
          <a:p>
            <a:endParaRPr lang="en-US" sz="4001" dirty="0"/>
          </a:p>
        </p:txBody>
      </p:sp>
      <p:grpSp>
        <p:nvGrpSpPr>
          <p:cNvPr id="1182" name="Group 1181">
            <a:extLst>
              <a:ext uri="{FF2B5EF4-FFF2-40B4-BE49-F238E27FC236}">
                <a16:creationId xmlns:a16="http://schemas.microsoft.com/office/drawing/2014/main" id="{78E98215-D14C-DD16-E27A-BF7DE94EBF41}"/>
              </a:ext>
            </a:extLst>
          </p:cNvPr>
          <p:cNvGrpSpPr/>
          <p:nvPr/>
        </p:nvGrpSpPr>
        <p:grpSpPr>
          <a:xfrm>
            <a:off x="13561755" y="-7174160"/>
            <a:ext cx="12350524" cy="3732072"/>
            <a:chOff x="13630775" y="2811071"/>
            <a:chExt cx="12350524" cy="3732072"/>
          </a:xfrm>
        </p:grpSpPr>
        <p:pic>
          <p:nvPicPr>
            <p:cNvPr id="1169" name="Picture 1168">
              <a:extLst>
                <a:ext uri="{FF2B5EF4-FFF2-40B4-BE49-F238E27FC236}">
                  <a16:creationId xmlns:a16="http://schemas.microsoft.com/office/drawing/2014/main" id="{84AB45A4-39AE-E0D7-440E-F6FCBE5CC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2811071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70" name="Picture 1169">
              <a:extLst>
                <a:ext uri="{FF2B5EF4-FFF2-40B4-BE49-F238E27FC236}">
                  <a16:creationId xmlns:a16="http://schemas.microsoft.com/office/drawing/2014/main" id="{3B544E60-18A8-7FA7-94CC-69A1600E7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3655414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71" name="Picture 1170">
              <a:extLst>
                <a:ext uri="{FF2B5EF4-FFF2-40B4-BE49-F238E27FC236}">
                  <a16:creationId xmlns:a16="http://schemas.microsoft.com/office/drawing/2014/main" id="{972EAB51-4661-260D-15E4-FA43A821F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4501940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1172" name="Rectangle 1171">
              <a:extLst>
                <a:ext uri="{FF2B5EF4-FFF2-40B4-BE49-F238E27FC236}">
                  <a16:creationId xmlns:a16="http://schemas.microsoft.com/office/drawing/2014/main" id="{EBAD7C47-0980-6D01-4382-E96F8D946C64}"/>
                </a:ext>
              </a:extLst>
            </p:cNvPr>
            <p:cNvSpPr/>
            <p:nvPr/>
          </p:nvSpPr>
          <p:spPr>
            <a:xfrm>
              <a:off x="13906500" y="3082050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CS1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73" name="Rectangle 1172">
              <a:extLst>
                <a:ext uri="{FF2B5EF4-FFF2-40B4-BE49-F238E27FC236}">
                  <a16:creationId xmlns:a16="http://schemas.microsoft.com/office/drawing/2014/main" id="{CC4615F4-4D67-89CF-139B-24C96EF99299}"/>
                </a:ext>
              </a:extLst>
            </p:cNvPr>
            <p:cNvSpPr/>
            <p:nvPr/>
          </p:nvSpPr>
          <p:spPr>
            <a:xfrm>
              <a:off x="13906500" y="3930449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CS2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74" name="Rectangle 1173">
              <a:extLst>
                <a:ext uri="{FF2B5EF4-FFF2-40B4-BE49-F238E27FC236}">
                  <a16:creationId xmlns:a16="http://schemas.microsoft.com/office/drawing/2014/main" id="{9ADCB82B-A4AD-53D6-A4E3-6D1E394E0C23}"/>
                </a:ext>
              </a:extLst>
            </p:cNvPr>
            <p:cNvSpPr/>
            <p:nvPr/>
          </p:nvSpPr>
          <p:spPr>
            <a:xfrm>
              <a:off x="13906500" y="4753539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CS3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grpSp>
          <p:nvGrpSpPr>
            <p:cNvPr id="1175" name="Group 1174">
              <a:extLst>
                <a:ext uri="{FF2B5EF4-FFF2-40B4-BE49-F238E27FC236}">
                  <a16:creationId xmlns:a16="http://schemas.microsoft.com/office/drawing/2014/main" id="{6732B1D9-AD09-594A-033F-919EF7D23DC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630775" y="5439456"/>
              <a:ext cx="6114014" cy="1103687"/>
              <a:chOff x="4613847" y="-210752"/>
              <a:chExt cx="6706380" cy="1210619"/>
            </a:xfrm>
          </p:grpSpPr>
          <p:pic>
            <p:nvPicPr>
              <p:cNvPr id="1176" name="Picture 1175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38F98856-D3D6-C352-4864-7DFF3CFA63E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13847" y="-210752"/>
                <a:ext cx="6706380" cy="119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A38C288C-A336-D096-DEF1-B921C0A9733D}"/>
                  </a:ext>
                </a:extLst>
              </p:cNvPr>
              <p:cNvSpPr/>
              <p:nvPr/>
            </p:nvSpPr>
            <p:spPr>
              <a:xfrm>
                <a:off x="7608438" y="764908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23D5A713-4176-CDC8-30B5-D2BDE6A07A98}"/>
                  </a:ext>
                </a:extLst>
              </p:cNvPr>
              <p:cNvSpPr/>
              <p:nvPr/>
            </p:nvSpPr>
            <p:spPr>
              <a:xfrm>
                <a:off x="7608438" y="548501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CE99EAC-F8A4-1C2D-8E41-E83DDCE62F97}"/>
                  </a:ext>
                </a:extLst>
              </p:cNvPr>
              <p:cNvSpPr/>
              <p:nvPr/>
            </p:nvSpPr>
            <p:spPr>
              <a:xfrm>
                <a:off x="7608438" y="328811"/>
                <a:ext cx="1260418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0" name="Rectangle 1179">
              <a:extLst>
                <a:ext uri="{FF2B5EF4-FFF2-40B4-BE49-F238E27FC236}">
                  <a16:creationId xmlns:a16="http://schemas.microsoft.com/office/drawing/2014/main" id="{6A3A9D3B-8A82-FA6E-B161-B1BDB40890DE}"/>
                </a:ext>
              </a:extLst>
            </p:cNvPr>
            <p:cNvSpPr/>
            <p:nvPr/>
          </p:nvSpPr>
          <p:spPr>
            <a:xfrm>
              <a:off x="19602528" y="3364492"/>
              <a:ext cx="6378771" cy="13920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dirty="0">
                  <a:solidFill>
                    <a:schemeClr val="tx1"/>
                  </a:solidFill>
                </a:rPr>
                <a:t>Requirements not met</a:t>
              </a:r>
            </a:p>
            <a:p>
              <a:pPr algn="ctr"/>
              <a:r>
                <a:rPr lang="en-US" sz="4001" b="1" dirty="0">
                  <a:solidFill>
                    <a:schemeClr val="tx1"/>
                  </a:solidFill>
                </a:rPr>
                <a:t>Correctors Needed</a:t>
              </a:r>
            </a:p>
          </p:txBody>
        </p:sp>
      </p:grpSp>
      <p:pic>
        <p:nvPicPr>
          <p:cNvPr id="1181" name="Picture 1180">
            <a:extLst>
              <a:ext uri="{FF2B5EF4-FFF2-40B4-BE49-F238E27FC236}">
                <a16:creationId xmlns:a16="http://schemas.microsoft.com/office/drawing/2014/main" id="{790C3F0C-5550-5D76-7FC5-43BA4A6AADC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9364574" y="-13890774"/>
            <a:ext cx="6553800" cy="4429604"/>
          </a:xfrm>
          <a:prstGeom prst="rect">
            <a:avLst/>
          </a:prstGeom>
        </p:spPr>
      </p:pic>
      <p:sp>
        <p:nvSpPr>
          <p:cNvPr id="1183" name="TextBox 1182">
            <a:extLst>
              <a:ext uri="{FF2B5EF4-FFF2-40B4-BE49-F238E27FC236}">
                <a16:creationId xmlns:a16="http://schemas.microsoft.com/office/drawing/2014/main" id="{F97D0570-6408-167D-04A4-FC7BF8D99E0C}"/>
              </a:ext>
            </a:extLst>
          </p:cNvPr>
          <p:cNvSpPr txBox="1"/>
          <p:nvPr/>
        </p:nvSpPr>
        <p:spPr>
          <a:xfrm>
            <a:off x="13561755" y="-8169093"/>
            <a:ext cx="12234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5. Sample optical system under evaluation.</a:t>
            </a:r>
            <a:endParaRPr lang="en-US" sz="3200" dirty="0"/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2E49A66D-6377-0627-1F77-BA65B568A01F}"/>
              </a:ext>
            </a:extLst>
          </p:cNvPr>
          <p:cNvSpPr txBox="1"/>
          <p:nvPr/>
        </p:nvSpPr>
        <p:spPr>
          <a:xfrm>
            <a:off x="13436321" y="-3252789"/>
            <a:ext cx="12234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6. Without any correction or adjusters, the requirements are not met so correctors are required to align the optics.</a:t>
            </a:r>
            <a:endParaRPr lang="en-US" sz="3200" dirty="0"/>
          </a:p>
        </p:txBody>
      </p:sp>
      <p:grpSp>
        <p:nvGrpSpPr>
          <p:cNvPr id="1185" name="Group 1184">
            <a:extLst>
              <a:ext uri="{FF2B5EF4-FFF2-40B4-BE49-F238E27FC236}">
                <a16:creationId xmlns:a16="http://schemas.microsoft.com/office/drawing/2014/main" id="{AFEF5853-8471-21CC-7984-D1CCDFA65509}"/>
              </a:ext>
            </a:extLst>
          </p:cNvPr>
          <p:cNvGrpSpPr/>
          <p:nvPr/>
        </p:nvGrpSpPr>
        <p:grpSpPr>
          <a:xfrm>
            <a:off x="14552355" y="208582"/>
            <a:ext cx="10813558" cy="7488619"/>
            <a:chOff x="2387886" y="-1106610"/>
            <a:chExt cx="10813558" cy="7488619"/>
          </a:xfrm>
        </p:grpSpPr>
        <p:sp>
          <p:nvSpPr>
            <p:cNvPr id="1186" name="Rectangle 1185">
              <a:extLst>
                <a:ext uri="{FF2B5EF4-FFF2-40B4-BE49-F238E27FC236}">
                  <a16:creationId xmlns:a16="http://schemas.microsoft.com/office/drawing/2014/main" id="{A7D6F9C8-BE08-FF3D-484F-6358AA0981BB}"/>
                </a:ext>
              </a:extLst>
            </p:cNvPr>
            <p:cNvSpPr/>
            <p:nvPr/>
          </p:nvSpPr>
          <p:spPr>
            <a:xfrm>
              <a:off x="2387886" y="-431430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CS1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87" name="Rectangle 1186">
              <a:extLst>
                <a:ext uri="{FF2B5EF4-FFF2-40B4-BE49-F238E27FC236}">
                  <a16:creationId xmlns:a16="http://schemas.microsoft.com/office/drawing/2014/main" id="{0CEA7079-5E39-4A9C-FB83-B5C5F5C03FE6}"/>
                </a:ext>
              </a:extLst>
            </p:cNvPr>
            <p:cNvSpPr/>
            <p:nvPr/>
          </p:nvSpPr>
          <p:spPr>
            <a:xfrm>
              <a:off x="2387886" y="1308308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CS2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88" name="Rectangle 1187">
              <a:extLst>
                <a:ext uri="{FF2B5EF4-FFF2-40B4-BE49-F238E27FC236}">
                  <a16:creationId xmlns:a16="http://schemas.microsoft.com/office/drawing/2014/main" id="{6A274C04-444F-F1CF-B85C-DAB4A5B0F161}"/>
                </a:ext>
              </a:extLst>
            </p:cNvPr>
            <p:cNvSpPr/>
            <p:nvPr/>
          </p:nvSpPr>
          <p:spPr>
            <a:xfrm>
              <a:off x="2387886" y="3048046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CS3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1189" name="Picture 1188">
              <a:extLst>
                <a:ext uri="{FF2B5EF4-FFF2-40B4-BE49-F238E27FC236}">
                  <a16:creationId xmlns:a16="http://schemas.microsoft.com/office/drawing/2014/main" id="{875B56BD-7FFA-15CE-67D1-8181DC0BD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9" y="-1106610"/>
              <a:ext cx="6971865" cy="1681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90" name="Picture 1189">
              <a:extLst>
                <a:ext uri="{FF2B5EF4-FFF2-40B4-BE49-F238E27FC236}">
                  <a16:creationId xmlns:a16="http://schemas.microsoft.com/office/drawing/2014/main" id="{F50C15AC-B232-ECEB-6F1A-671E4293F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9" y="574770"/>
              <a:ext cx="6971865" cy="16984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91" name="Picture 1190">
              <a:extLst>
                <a:ext uri="{FF2B5EF4-FFF2-40B4-BE49-F238E27FC236}">
                  <a16:creationId xmlns:a16="http://schemas.microsoft.com/office/drawing/2014/main" id="{4EEF5D61-2651-BABF-410D-6EF57E594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8" y="2275579"/>
              <a:ext cx="6971865" cy="17226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192" name="Picture 1191">
              <a:extLst>
                <a:ext uri="{FF2B5EF4-FFF2-40B4-BE49-F238E27FC236}">
                  <a16:creationId xmlns:a16="http://schemas.microsoft.com/office/drawing/2014/main" id="{F5EACD02-4C82-6201-48A3-7215C05AB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2387947" y="4606553"/>
              <a:ext cx="6372225" cy="342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93" name="Picture 1192">
              <a:extLst>
                <a:ext uri="{FF2B5EF4-FFF2-40B4-BE49-F238E27FC236}">
                  <a16:creationId xmlns:a16="http://schemas.microsoft.com/office/drawing/2014/main" id="{CBCD7486-418E-B4BB-F3FC-A4C21D2D5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387947" y="4963071"/>
              <a:ext cx="6372224" cy="3714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23201D2E-B4C6-F5C6-CEB4-F09C27272201}"/>
                </a:ext>
              </a:extLst>
            </p:cNvPr>
            <p:cNvSpPr/>
            <p:nvPr/>
          </p:nvSpPr>
          <p:spPr>
            <a:xfrm>
              <a:off x="10027916" y="5306920"/>
              <a:ext cx="3173528" cy="107508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Requirements met</a:t>
              </a:r>
            </a:p>
          </p:txBody>
        </p:sp>
        <p:pic>
          <p:nvPicPr>
            <p:cNvPr id="1195" name="Picture 1194">
              <a:extLst>
                <a:ext uri="{FF2B5EF4-FFF2-40B4-BE49-F238E27FC236}">
                  <a16:creationId xmlns:a16="http://schemas.microsoft.com/office/drawing/2014/main" id="{413BA3D2-4203-56C2-FC9B-29A80C4A3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2387947" y="4262337"/>
              <a:ext cx="6372224" cy="3524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96" name="Rectangle 1195">
              <a:extLst>
                <a:ext uri="{FF2B5EF4-FFF2-40B4-BE49-F238E27FC236}">
                  <a16:creationId xmlns:a16="http://schemas.microsoft.com/office/drawing/2014/main" id="{6CED45A6-A5C9-6851-F424-A33254FB8098}"/>
                </a:ext>
              </a:extLst>
            </p:cNvPr>
            <p:cNvSpPr/>
            <p:nvPr/>
          </p:nvSpPr>
          <p:spPr>
            <a:xfrm>
              <a:off x="5340662" y="4248719"/>
              <a:ext cx="1114502" cy="20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197" name="Rectangle 1196">
              <a:extLst>
                <a:ext uri="{FF2B5EF4-FFF2-40B4-BE49-F238E27FC236}">
                  <a16:creationId xmlns:a16="http://schemas.microsoft.com/office/drawing/2014/main" id="{59491A02-849B-A7CD-571B-F0440F69998D}"/>
                </a:ext>
              </a:extLst>
            </p:cNvPr>
            <p:cNvSpPr/>
            <p:nvPr/>
          </p:nvSpPr>
          <p:spPr>
            <a:xfrm>
              <a:off x="5340662" y="4593893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198" name="Rectangle 1197">
              <a:extLst>
                <a:ext uri="{FF2B5EF4-FFF2-40B4-BE49-F238E27FC236}">
                  <a16:creationId xmlns:a16="http://schemas.microsoft.com/office/drawing/2014/main" id="{6694DD02-2348-F4B2-7D58-7B79E6F8E9F1}"/>
                </a:ext>
              </a:extLst>
            </p:cNvPr>
            <p:cNvSpPr/>
            <p:nvPr/>
          </p:nvSpPr>
          <p:spPr>
            <a:xfrm>
              <a:off x="5340662" y="4980207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cxnSp>
          <p:nvCxnSpPr>
            <p:cNvPr id="1199" name="Straight Arrow Connector 1198">
              <a:extLst>
                <a:ext uri="{FF2B5EF4-FFF2-40B4-BE49-F238E27FC236}">
                  <a16:creationId xmlns:a16="http://schemas.microsoft.com/office/drawing/2014/main" id="{E4695DCD-BB56-C726-C3E6-80A222F86347}"/>
                </a:ext>
              </a:extLst>
            </p:cNvPr>
            <p:cNvCxnSpPr>
              <a:cxnSpLocks/>
              <a:stCxn id="1194" idx="1"/>
              <a:endCxn id="1200" idx="3"/>
            </p:cNvCxnSpPr>
            <p:nvPr/>
          </p:nvCxnSpPr>
          <p:spPr>
            <a:xfrm flipH="1" flipV="1">
              <a:off x="8760172" y="5819652"/>
              <a:ext cx="1267744" cy="2481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00" name="Picture 1199">
              <a:extLst>
                <a:ext uri="{FF2B5EF4-FFF2-40B4-BE49-F238E27FC236}">
                  <a16:creationId xmlns:a16="http://schemas.microsoft.com/office/drawing/2014/main" id="{B1A79F48-D4C7-5365-ECA4-B8FEE53A6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2387948" y="5348164"/>
              <a:ext cx="6372224" cy="9429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F626CF34-7F88-9BFB-9AC2-8232791CB081}"/>
                </a:ext>
              </a:extLst>
            </p:cNvPr>
            <p:cNvSpPr/>
            <p:nvPr/>
          </p:nvSpPr>
          <p:spPr>
            <a:xfrm>
              <a:off x="9532559" y="4121464"/>
              <a:ext cx="2929956" cy="8856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Correctors Used</a:t>
              </a:r>
            </a:p>
          </p:txBody>
        </p:sp>
        <p:cxnSp>
          <p:nvCxnSpPr>
            <p:cNvPr id="1202" name="Straight Arrow Connector 1201">
              <a:extLst>
                <a:ext uri="{FF2B5EF4-FFF2-40B4-BE49-F238E27FC236}">
                  <a16:creationId xmlns:a16="http://schemas.microsoft.com/office/drawing/2014/main" id="{675CCDD5-EC93-B381-08C5-E27F0D668EEC}"/>
                </a:ext>
              </a:extLst>
            </p:cNvPr>
            <p:cNvCxnSpPr>
              <a:cxnSpLocks/>
              <a:stCxn id="1201" idx="1"/>
              <a:endCxn id="1192" idx="3"/>
            </p:cNvCxnSpPr>
            <p:nvPr/>
          </p:nvCxnSpPr>
          <p:spPr>
            <a:xfrm flipH="1">
              <a:off x="8760172" y="4564312"/>
              <a:ext cx="772387" cy="2136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5" name="TextBox 1204">
            <a:extLst>
              <a:ext uri="{FF2B5EF4-FFF2-40B4-BE49-F238E27FC236}">
                <a16:creationId xmlns:a16="http://schemas.microsoft.com/office/drawing/2014/main" id="{03766208-42EE-3804-1A40-FE91FD77307E}"/>
              </a:ext>
            </a:extLst>
          </p:cNvPr>
          <p:cNvSpPr txBox="1"/>
          <p:nvPr/>
        </p:nvSpPr>
        <p:spPr>
          <a:xfrm>
            <a:off x="13641754" y="8069929"/>
            <a:ext cx="12234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7. Using correctors, the requirements are met and decreased the standard deviation shown by width of the distributions.</a:t>
            </a:r>
            <a:endParaRPr lang="en-US" sz="3200" dirty="0"/>
          </a:p>
        </p:txBody>
      </p:sp>
      <p:sp>
        <p:nvSpPr>
          <p:cNvPr id="1207" name="Rectangle 1206">
            <a:extLst>
              <a:ext uri="{FF2B5EF4-FFF2-40B4-BE49-F238E27FC236}">
                <a16:creationId xmlns:a16="http://schemas.microsoft.com/office/drawing/2014/main" id="{435E28F0-C0E3-CDE6-7744-220DB89F9BC3}"/>
              </a:ext>
            </a:extLst>
          </p:cNvPr>
          <p:cNvSpPr/>
          <p:nvPr/>
        </p:nvSpPr>
        <p:spPr>
          <a:xfrm>
            <a:off x="13376915" y="9461629"/>
            <a:ext cx="12764072" cy="3206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79" indent="-685879">
              <a:buFont typeface="Arial" panose="020B0604020202020204" pitchFamily="34" charset="0"/>
              <a:buChar char="•"/>
            </a:pPr>
            <a:r>
              <a:rPr lang="en-US" sz="4801" dirty="0">
                <a:solidFill>
                  <a:schemeClr val="tx1"/>
                </a:solidFill>
              </a:rPr>
              <a:t>Using correctors, the error is reduced but not eliminated entirely due to coupled motion.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C83DA44-D89F-1842-011D-5BCC28BC955B}"/>
              </a:ext>
            </a:extLst>
          </p:cNvPr>
          <p:cNvSpPr/>
          <p:nvPr/>
        </p:nvSpPr>
        <p:spPr>
          <a:xfrm>
            <a:off x="13343989" y="-17486619"/>
            <a:ext cx="12801600" cy="3015487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A54DF4-61BA-9E8F-8C6F-C8130DEFB09B}"/>
              </a:ext>
            </a:extLst>
          </p:cNvPr>
          <p:cNvGrpSpPr/>
          <p:nvPr/>
        </p:nvGrpSpPr>
        <p:grpSpPr>
          <a:xfrm rot="16200000">
            <a:off x="35643003" y="-1214158"/>
            <a:ext cx="13018097" cy="8333479"/>
            <a:chOff x="-12145141" y="12672509"/>
            <a:chExt cx="13018094" cy="7476218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17B2DE2-A071-B5DE-FA98-2B8F75CB2F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8761120" y="13848306"/>
              <a:ext cx="5221710" cy="3962492"/>
              <a:chOff x="7553196" y="1651309"/>
              <a:chExt cx="4503123" cy="3417193"/>
            </a:xfrm>
          </p:grpSpPr>
          <p:pic>
            <p:nvPicPr>
              <p:cNvPr id="107" name="Picture 2">
                <a:extLst>
                  <a:ext uri="{FF2B5EF4-FFF2-40B4-BE49-F238E27FC236}">
                    <a16:creationId xmlns:a16="http://schemas.microsoft.com/office/drawing/2014/main" id="{50984A34-6B63-ABFC-E64B-BEC64B85B4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53196" y="1691160"/>
                <a:ext cx="4503123" cy="3377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31A41BF-4D98-2849-C581-87F511D34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8256" y="3175011"/>
                <a:ext cx="3113002" cy="76803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2566BE4-7281-05F2-24BC-30848C4F79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47140" y="1789889"/>
                <a:ext cx="0" cy="255752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EA3A8FF1-E3FB-1F83-D2A3-24D7998E51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42359" y="3031958"/>
                <a:ext cx="0" cy="50181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5E6ECAA8-7F23-C984-C2EF-96397979D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7140" y="2868029"/>
                <a:ext cx="695219" cy="16392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94BB4AE-FA42-DFF1-2333-A82FDA552E5D}"/>
                  </a:ext>
                </a:extLst>
              </p:cNvPr>
              <p:cNvSpPr txBox="1"/>
              <p:nvPr/>
            </p:nvSpPr>
            <p:spPr>
              <a:xfrm>
                <a:off x="11015388" y="3966256"/>
                <a:ext cx="554621" cy="404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Tip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EBE2D98-EF19-136E-8394-8027B67D614B}"/>
                  </a:ext>
                </a:extLst>
              </p:cNvPr>
              <p:cNvSpPr txBox="1"/>
              <p:nvPr/>
            </p:nvSpPr>
            <p:spPr>
              <a:xfrm>
                <a:off x="8721099" y="1651309"/>
                <a:ext cx="560151" cy="404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Tilt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7966CC3-373E-A4BE-5BF8-CCC76D5273C8}"/>
                  </a:ext>
                </a:extLst>
              </p:cNvPr>
              <p:cNvSpPr txBox="1"/>
              <p:nvPr/>
            </p:nvSpPr>
            <p:spPr>
              <a:xfrm>
                <a:off x="7908396" y="3646092"/>
                <a:ext cx="956901" cy="404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Origin</a:t>
                </a:r>
              </a:p>
            </p:txBody>
          </p: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76C7D1D9-7776-9F7D-E7E9-8EF67B6324E5}"/>
                  </a:ext>
                </a:extLst>
              </p:cNvPr>
              <p:cNvCxnSpPr>
                <a:stCxn id="116" idx="3"/>
              </p:cNvCxnSpPr>
              <p:nvPr/>
            </p:nvCxnSpPr>
            <p:spPr>
              <a:xfrm rot="5400000" flipH="1" flipV="1">
                <a:off x="8892339" y="3506734"/>
                <a:ext cx="314717" cy="368800"/>
              </a:xfrm>
              <a:prstGeom prst="straightConnector1">
                <a:avLst/>
              </a:prstGeom>
              <a:ln w="571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B00CADF0-A1AD-289A-87A0-316C0EB8EDE4}"/>
                  </a:ext>
                </a:extLst>
              </p:cNvPr>
              <p:cNvCxnSpPr>
                <a:cxnSpLocks/>
                <a:stCxn id="122" idx="1"/>
              </p:cNvCxnSpPr>
              <p:nvPr/>
            </p:nvCxnSpPr>
            <p:spPr>
              <a:xfrm rot="5400000">
                <a:off x="10273207" y="2648954"/>
                <a:ext cx="236157" cy="483809"/>
              </a:xfrm>
              <a:prstGeom prst="straightConnector1">
                <a:avLst/>
              </a:prstGeom>
              <a:ln w="571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C9C1A0E-8374-C83A-0B02-2CD922A49549}"/>
                  </a:ext>
                </a:extLst>
              </p:cNvPr>
              <p:cNvSpPr txBox="1"/>
              <p:nvPr/>
            </p:nvSpPr>
            <p:spPr>
              <a:xfrm>
                <a:off x="10633190" y="2570379"/>
                <a:ext cx="644477" cy="404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POI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998BA4E-BAE7-718D-4699-75298577B4F4}"/>
                </a:ext>
              </a:extLst>
            </p:cNvPr>
            <p:cNvGrpSpPr/>
            <p:nvPr/>
          </p:nvGrpSpPr>
          <p:grpSpPr>
            <a:xfrm>
              <a:off x="-12145141" y="12672509"/>
              <a:ext cx="13018094" cy="7476218"/>
              <a:chOff x="13338336" y="-16951485"/>
              <a:chExt cx="13018094" cy="9592440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209BDDD-C97E-DD5C-58B7-EF7781FEA73C}"/>
                  </a:ext>
                </a:extLst>
              </p:cNvPr>
              <p:cNvSpPr txBox="1"/>
              <p:nvPr/>
            </p:nvSpPr>
            <p:spPr>
              <a:xfrm>
                <a:off x="13566138" y="-16276727"/>
                <a:ext cx="12790292" cy="956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1" b="1" dirty="0"/>
                  <a:t>ERROR CORRECTOR DEFINITION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0E7B6E6-F379-4872-FBAE-75A72B9BC258}"/>
                  </a:ext>
                </a:extLst>
              </p:cNvPr>
              <p:cNvSpPr/>
              <p:nvPr/>
            </p:nvSpPr>
            <p:spPr>
              <a:xfrm>
                <a:off x="13367840" y="-10079586"/>
                <a:ext cx="12763990" cy="27205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71566" indent="-571566">
                  <a:buFont typeface="Arial" panose="020B0604020202020204" pitchFamily="34" charset="0"/>
                  <a:buChar char="•"/>
                </a:pPr>
                <a:r>
                  <a:rPr lang="en-US" sz="4801" dirty="0">
                    <a:solidFill>
                      <a:schemeClr val="tx1"/>
                    </a:solidFill>
                  </a:rPr>
                  <a:t>An error corrector is a device used to correct an error with respect to a reference.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4FE0E81-02FC-ED54-E22F-F9722776B3FE}"/>
                  </a:ext>
                </a:extLst>
              </p:cNvPr>
              <p:cNvSpPr/>
              <p:nvPr/>
            </p:nvSpPr>
            <p:spPr>
              <a:xfrm>
                <a:off x="13338336" y="-16951485"/>
                <a:ext cx="12801600" cy="9592440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CFA171-45B8-E3E6-036C-F33791AB908E}"/>
              </a:ext>
            </a:extLst>
          </p:cNvPr>
          <p:cNvGrpSpPr/>
          <p:nvPr/>
        </p:nvGrpSpPr>
        <p:grpSpPr>
          <a:xfrm>
            <a:off x="28573613" y="-16202322"/>
            <a:ext cx="6668889" cy="25456884"/>
            <a:chOff x="27799933" y="-16160483"/>
            <a:chExt cx="7524292" cy="254568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1CB5B1-13C4-7484-BDF8-77A2CAD12261}"/>
                </a:ext>
              </a:extLst>
            </p:cNvPr>
            <p:cNvGrpSpPr/>
            <p:nvPr/>
          </p:nvGrpSpPr>
          <p:grpSpPr>
            <a:xfrm rot="16200000">
              <a:off x="25152183" y="-13512733"/>
              <a:ext cx="12796508" cy="7501007"/>
              <a:chOff x="13344479" y="12668250"/>
              <a:chExt cx="12796508" cy="7501007"/>
            </a:xfrm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46187607-A20E-BC88-BFFB-FC2A5D75B4A2}"/>
                  </a:ext>
                </a:extLst>
              </p:cNvPr>
              <p:cNvSpPr/>
              <p:nvPr/>
            </p:nvSpPr>
            <p:spPr>
              <a:xfrm>
                <a:off x="13344479" y="12668250"/>
                <a:ext cx="12796508" cy="7501007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0A43489D-FD15-5930-DAB6-293427587EF7}"/>
                  </a:ext>
                </a:extLst>
              </p:cNvPr>
              <p:cNvSpPr txBox="1"/>
              <p:nvPr/>
            </p:nvSpPr>
            <p:spPr>
              <a:xfrm>
                <a:off x="13376914" y="15317245"/>
                <a:ext cx="12764072" cy="101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3038" indent="-743038">
                  <a:buFont typeface="+mj-lt"/>
                  <a:buAutoNum type="arabicPeriod"/>
                </a:pPr>
                <a:r>
                  <a:rPr lang="en-US" sz="3200" dirty="0"/>
                  <a:t>2025 Joint Committee for Guides in Metrology. Evaluation of measurement data – Guide to the expression of uncertainty in measurement. 2008.</a:t>
                </a:r>
              </a:p>
              <a:p>
                <a:pPr marL="743038" indent="-743038">
                  <a:buFont typeface="+mj-lt"/>
                  <a:buAutoNum type="arabicPeriod"/>
                </a:pPr>
                <a:r>
                  <a:rPr lang="en-US" sz="3200" dirty="0"/>
                  <a:t>T. A. Seawright, </a:t>
                </a:r>
                <a:r>
                  <a:rPr lang="en-US" sz="3200" dirty="0" err="1"/>
                  <a:t>TolStack</a:t>
                </a:r>
                <a:r>
                  <a:rPr lang="en-US" sz="3200" dirty="0"/>
                  <a:t> V1.0 [Computer Software]. 2025. </a:t>
                </a:r>
                <a:r>
                  <a:rPr lang="en-US" sz="3200" u="sng" dirty="0">
                    <a:hlinkClick r:id="rId42" tooltip="https://github.com/tylerseawright/tolstack"/>
                  </a:rPr>
                  <a:t>https://github.com/TylerSeawright/TolStack</a:t>
                </a:r>
                <a:endParaRPr lang="en-US" sz="3200" dirty="0"/>
              </a:p>
              <a:p>
                <a:pPr marL="743038" indent="-743038">
                  <a:buFont typeface="+mj-lt"/>
                  <a:buAutoNum type="arabicPeriod"/>
                </a:pPr>
                <a:r>
                  <a:rPr lang="en-US" sz="3200" dirty="0"/>
                  <a:t>A. H. Slocum, Precision Machine Design. Prentice-Hall, Inc., 1992.</a:t>
                </a:r>
              </a:p>
              <a:p>
                <a:pPr marL="743038" indent="-743038">
                  <a:buFont typeface="+mj-lt"/>
                  <a:buAutoNum type="arabicPeriod"/>
                </a:pPr>
                <a:r>
                  <a:rPr lang="en-US" sz="3200" dirty="0" err="1"/>
                  <a:t>Duenner</a:t>
                </a:r>
                <a:r>
                  <a:rPr lang="en-US" sz="3200" dirty="0"/>
                  <a:t>, Andrew C. An Error Budgeting Framework for Engineering Design. Massachusetts Institute of Technology. 2019. </a:t>
                </a:r>
              </a:p>
              <a:p>
                <a:pPr marL="743038" indent="-743038">
                  <a:buFont typeface="+mj-lt"/>
                  <a:buAutoNum type="arabicPeriod"/>
                </a:pPr>
                <a:endParaRPr lang="en-US" sz="3200" dirty="0"/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A7CC92E0-F619-9D87-9B07-DEBACD35356A}"/>
                  </a:ext>
                </a:extLst>
              </p:cNvPr>
              <p:cNvSpPr txBox="1"/>
              <p:nvPr/>
            </p:nvSpPr>
            <p:spPr>
              <a:xfrm>
                <a:off x="16362751" y="13612659"/>
                <a:ext cx="6691235" cy="185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1" b="1" dirty="0"/>
                  <a:t>REFERENCES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6B9AC97-FB8D-7D7A-07AC-DC4062726FBC}"/>
                </a:ext>
              </a:extLst>
            </p:cNvPr>
            <p:cNvGrpSpPr/>
            <p:nvPr/>
          </p:nvGrpSpPr>
          <p:grpSpPr>
            <a:xfrm rot="16200000">
              <a:off x="25362196" y="-668932"/>
              <a:ext cx="12605496" cy="7318562"/>
              <a:chOff x="687408" y="12873976"/>
              <a:chExt cx="12605496" cy="7318562"/>
            </a:xfrm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ABC20FA5-7225-B35D-0C22-D44D13931BE4}"/>
                  </a:ext>
                </a:extLst>
              </p:cNvPr>
              <p:cNvSpPr/>
              <p:nvPr/>
            </p:nvSpPr>
            <p:spPr>
              <a:xfrm>
                <a:off x="687408" y="14862148"/>
                <a:ext cx="12605496" cy="533039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85879" indent="-685879">
                  <a:buFont typeface="Arial" panose="020B0604020202020204" pitchFamily="34" charset="0"/>
                  <a:buChar char="•"/>
                </a:pPr>
                <a:r>
                  <a:rPr lang="en-US" sz="4801" dirty="0">
                    <a:solidFill>
                      <a:schemeClr val="tx1"/>
                    </a:solidFill>
                  </a:rPr>
                  <a:t>A corrector not located at the origin adds translational error through coupled motion while reducing error on the rotation Z axis.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0400A46A-A8E4-178F-7FD4-257FDB9A45FE}"/>
                      </a:ext>
                    </a:extLst>
                  </p:cNvPr>
                  <p:cNvSpPr txBox="1"/>
                  <p:nvPr/>
                </p:nvSpPr>
                <p:spPr>
                  <a:xfrm>
                    <a:off x="1025438" y="12873976"/>
                    <a:ext cx="12234392" cy="24050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3200" i="1" dirty="0"/>
                      <a:t>FIGURE 4. A 17mrad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a14:m>
                    <a:r>
                      <a:rPr lang="en-US" sz="3200" dirty="0"/>
                      <a:t> error is corrected to 2.5mrad and adds error in Y direction.</a:t>
                    </a:r>
                  </a:p>
                </p:txBody>
              </p:sp>
            </mc:Choice>
            <mc:Fallback xmlns="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0400A46A-A8E4-178F-7FD4-257FDB9A45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438" y="12873976"/>
                    <a:ext cx="12234392" cy="24050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l="-34286" r="-497143" b="-12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7F7FED-2970-7631-6C19-F2C2E028A1E7}"/>
                </a:ext>
              </a:extLst>
            </p:cNvPr>
            <p:cNvCxnSpPr>
              <a:cxnSpLocks/>
            </p:cNvCxnSpPr>
            <p:nvPr/>
          </p:nvCxnSpPr>
          <p:spPr>
            <a:xfrm>
              <a:off x="35299650" y="-3467100"/>
              <a:ext cx="0" cy="127635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08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5131299-2F8E-1953-E1BE-6F1CCC59B6CD}"/>
              </a:ext>
            </a:extLst>
          </p:cNvPr>
          <p:cNvGrpSpPr>
            <a:grpSpLocks noChangeAspect="1"/>
          </p:cNvGrpSpPr>
          <p:nvPr/>
        </p:nvGrpSpPr>
        <p:grpSpPr>
          <a:xfrm>
            <a:off x="1612901" y="1101595"/>
            <a:ext cx="9182100" cy="4654816"/>
            <a:chOff x="1612900" y="1101592"/>
            <a:chExt cx="9182100" cy="4654815"/>
          </a:xfrm>
        </p:grpSpPr>
        <p:pic>
          <p:nvPicPr>
            <p:cNvPr id="55" name="Picture 5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61F59F5-1CF8-FC1D-A89D-479EF8DEF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900" y="1101592"/>
              <a:ext cx="9182100" cy="4654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990B28-E064-553F-0CDD-33C571A0C5DF}"/>
                </a:ext>
              </a:extLst>
            </p:cNvPr>
            <p:cNvSpPr/>
            <p:nvPr/>
          </p:nvSpPr>
          <p:spPr>
            <a:xfrm>
              <a:off x="5889713" y="2506645"/>
              <a:ext cx="19207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Vectors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1B9879D-BBAC-FAAD-92C4-DCACA5A41C09}"/>
                </a:ext>
              </a:extLst>
            </p:cNvPr>
            <p:cNvSpPr/>
            <p:nvPr/>
          </p:nvSpPr>
          <p:spPr>
            <a:xfrm>
              <a:off x="5889713" y="2973370"/>
              <a:ext cx="14635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Local Errors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867376-176C-7D5A-9608-32C10EA3D6CF}"/>
                </a:ext>
              </a:extLst>
            </p:cNvPr>
            <p:cNvSpPr/>
            <p:nvPr/>
          </p:nvSpPr>
          <p:spPr>
            <a:xfrm>
              <a:off x="5765889" y="37816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Correctors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399E9C-728E-862A-9F56-A3B57E91F42A}"/>
                </a:ext>
              </a:extLst>
            </p:cNvPr>
            <p:cNvSpPr/>
            <p:nvPr/>
          </p:nvSpPr>
          <p:spPr>
            <a:xfrm>
              <a:off x="4740364" y="43568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MC Config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4BC3FD-9393-904B-4DA2-DEB4A382B152}"/>
                </a:ext>
              </a:extLst>
            </p:cNvPr>
            <p:cNvSpPr/>
            <p:nvPr/>
          </p:nvSpPr>
          <p:spPr>
            <a:xfrm>
              <a:off x="5889713" y="4940088"/>
              <a:ext cx="87303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Result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5F0E13-775C-CBF4-5222-D4DE9F349415}"/>
                </a:ext>
              </a:extLst>
            </p:cNvPr>
            <p:cNvSpPr/>
            <p:nvPr/>
          </p:nvSpPr>
          <p:spPr>
            <a:xfrm>
              <a:off x="8956763" y="4777584"/>
              <a:ext cx="122228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err="1">
                  <a:solidFill>
                    <a:schemeClr val="tx1"/>
                  </a:solidFill>
                </a:rPr>
                <a:t>TolStack</a:t>
              </a:r>
              <a:r>
                <a:rPr lang="en-US" b="1" i="1" dirty="0">
                  <a:solidFill>
                    <a:schemeClr val="tx1"/>
                  </a:solidFill>
                </a:rPr>
                <a:t> App UI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D53EEB2-E75F-F668-CAB6-85DE18F3C3F4}"/>
                </a:ext>
              </a:extLst>
            </p:cNvPr>
            <p:cNvSpPr/>
            <p:nvPr/>
          </p:nvSpPr>
          <p:spPr>
            <a:xfrm>
              <a:off x="9356813" y="1948576"/>
              <a:ext cx="133023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Transform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9729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F0D80B7E-A42C-FD20-2C3C-09C5DA12F560}"/>
              </a:ext>
            </a:extLst>
          </p:cNvPr>
          <p:cNvGrpSpPr>
            <a:grpSpLocks noChangeAspect="1"/>
          </p:cNvGrpSpPr>
          <p:nvPr/>
        </p:nvGrpSpPr>
        <p:grpSpPr>
          <a:xfrm>
            <a:off x="4985176" y="4066778"/>
            <a:ext cx="7171965" cy="2596288"/>
            <a:chOff x="1094291" y="4049983"/>
            <a:chExt cx="7171964" cy="259628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AA2300-AE4F-8291-2F63-EF4C79F89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6739" y="4914648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1DFCD83-D441-65ED-3910-FF4BADAE9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1654" y="5926649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FB24715-793B-DFE1-C432-5791E182AF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326" y="5926649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27343D-B66D-BA64-86EC-72C31354A9C2}"/>
                </a:ext>
              </a:extLst>
            </p:cNvPr>
            <p:cNvSpPr txBox="1"/>
            <p:nvPr/>
          </p:nvSpPr>
          <p:spPr>
            <a:xfrm>
              <a:off x="1280520" y="5818115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08A452-0CD3-1C41-1A25-E99D34164240}"/>
                </a:ext>
              </a:extLst>
            </p:cNvPr>
            <p:cNvSpPr txBox="1"/>
            <p:nvPr/>
          </p:nvSpPr>
          <p:spPr>
            <a:xfrm>
              <a:off x="1602075" y="4656623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881B0A0-370E-8081-8FA5-8DBE8CBB3F8F}"/>
                </a:ext>
              </a:extLst>
            </p:cNvPr>
            <p:cNvSpPr txBox="1"/>
            <p:nvPr/>
          </p:nvSpPr>
          <p:spPr>
            <a:xfrm>
              <a:off x="2604171" y="581811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AF4A72D-1497-4B5B-878F-87E5093B671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31390" y="4626894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FBA491C-2A9B-6C1F-AA2E-098F3DE1F19E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79432" y="5576865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06C9898-9FC3-543A-E641-562E966BCF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2307" y="5631489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A52422-6249-7AC1-F1D6-21E7553299F3}"/>
                </a:ext>
              </a:extLst>
            </p:cNvPr>
            <p:cNvSpPr txBox="1"/>
            <p:nvPr/>
          </p:nvSpPr>
          <p:spPr>
            <a:xfrm>
              <a:off x="4341049" y="4534812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D258379-CF49-73AC-7CE7-12A4E7B396BC}"/>
                </a:ext>
              </a:extLst>
            </p:cNvPr>
            <p:cNvCxnSpPr/>
            <p:nvPr/>
          </p:nvCxnSpPr>
          <p:spPr>
            <a:xfrm flipV="1">
              <a:off x="1974943" y="5631489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443CDE-281F-A140-6471-FEE77DC9BE40}"/>
                </a:ext>
              </a:extLst>
            </p:cNvPr>
            <p:cNvSpPr txBox="1"/>
            <p:nvPr/>
          </p:nvSpPr>
          <p:spPr>
            <a:xfrm>
              <a:off x="4124873" y="5763015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643798-1EAD-1737-A9E1-2FF21E7234C9}"/>
                </a:ext>
              </a:extLst>
            </p:cNvPr>
            <p:cNvSpPr txBox="1"/>
            <p:nvPr/>
          </p:nvSpPr>
          <p:spPr>
            <a:xfrm>
              <a:off x="5542253" y="5479647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E9D2882-9E12-A105-B15C-E39831D1B81D}"/>
                </a:ext>
              </a:extLst>
            </p:cNvPr>
            <p:cNvGrpSpPr/>
            <p:nvPr/>
          </p:nvGrpSpPr>
          <p:grpSpPr>
            <a:xfrm rot="525620">
              <a:off x="4647247" y="4341121"/>
              <a:ext cx="1235329" cy="1332772"/>
              <a:chOff x="4470163" y="4586313"/>
              <a:chExt cx="885549" cy="895203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FBB7F51F-09EA-942F-AB50-08A08806A145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07601" y="4586313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430B9B4-D687-14B6-8D5A-601C4ADD740E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42040" y="5224394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9A77F0F-0E9A-FBA0-1642-4C6BF9297CB5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0163" y="5291070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9775C44-F173-54F5-2B9B-67A9CACBE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2287" y="5341182"/>
              <a:ext cx="7581" cy="5854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42876C8-176C-75E2-4227-BC94DC7D0820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39" y="5926648"/>
              <a:ext cx="3014020" cy="11281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D6E8A20-E621-350D-B14F-635B90454BCD}"/>
                </a:ext>
              </a:extLst>
            </p:cNvPr>
            <p:cNvSpPr/>
            <p:nvPr/>
          </p:nvSpPr>
          <p:spPr>
            <a:xfrm>
              <a:off x="4976037" y="4287032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6937A6-7906-BAAF-D6FA-BB2DE638CEA6}"/>
                </a:ext>
              </a:extLst>
            </p:cNvPr>
            <p:cNvSpPr/>
            <p:nvPr/>
          </p:nvSpPr>
          <p:spPr>
            <a:xfrm>
              <a:off x="3785574" y="4282943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F888842-B65F-46BE-284E-BA9B9C1DFC76}"/>
                </a:ext>
              </a:extLst>
            </p:cNvPr>
            <p:cNvSpPr/>
            <p:nvPr/>
          </p:nvSpPr>
          <p:spPr>
            <a:xfrm>
              <a:off x="4960759" y="5476265"/>
              <a:ext cx="491628" cy="763552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23420D-B1D2-0F5D-6E1E-F15A3CC5D88A}"/>
                </a:ext>
              </a:extLst>
            </p:cNvPr>
            <p:cNvSpPr/>
            <p:nvPr/>
          </p:nvSpPr>
          <p:spPr>
            <a:xfrm>
              <a:off x="4960759" y="6239816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0E00D7C-A660-0D33-0368-B24D896113D8}"/>
                </a:ext>
              </a:extLst>
            </p:cNvPr>
            <p:cNvSpPr/>
            <p:nvPr/>
          </p:nvSpPr>
          <p:spPr>
            <a:xfrm rot="6301538">
              <a:off x="3082399" y="5461794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874270A-3708-35B9-997C-1751DBB018A3}"/>
                    </a:ext>
                  </a:extLst>
                </p:cNvPr>
                <p:cNvSpPr/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874270A-3708-35B9-997C-1751DBB018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blipFill>
                  <a:blip r:embed="rId2"/>
                  <a:stretch>
                    <a:fillRect t="-4348" r="-4023" b="-2318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5A3F5E4-EE15-461B-90B1-89BF3F6F2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6348" y="5268532"/>
              <a:ext cx="2425635" cy="33177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503FC2C-76E4-5030-DF98-281AFA046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3962" y="5276710"/>
              <a:ext cx="2446730" cy="366098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EFDF658-32F0-2865-8351-EF257F178C59}"/>
                </a:ext>
              </a:extLst>
            </p:cNvPr>
            <p:cNvGrpSpPr/>
            <p:nvPr/>
          </p:nvGrpSpPr>
          <p:grpSpPr>
            <a:xfrm rot="21156203">
              <a:off x="6814720" y="4197957"/>
              <a:ext cx="1396891" cy="1453324"/>
              <a:chOff x="6854279" y="4258831"/>
              <a:chExt cx="1396891" cy="1453324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2A7D80F-5D04-790A-9DEB-50A901B8D8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0692" y="4258831"/>
                <a:ext cx="0" cy="10178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143E5B9-217F-0D79-EC75-BAB3E764A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5607" y="5270832"/>
                <a:ext cx="995563" cy="58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CD9C2E1-2E26-3993-EB9F-1FFF9F355E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4279" y="5270832"/>
                <a:ext cx="444617" cy="4413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C9BF31-DB31-21A0-2F73-898E08615C24}"/>
                </a:ext>
              </a:extLst>
            </p:cNvPr>
            <p:cNvSpPr txBox="1"/>
            <p:nvPr/>
          </p:nvSpPr>
          <p:spPr>
            <a:xfrm>
              <a:off x="6928121" y="5476265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2EC0FD-2B2E-A953-95F1-D7E923C1085A}"/>
                </a:ext>
              </a:extLst>
            </p:cNvPr>
            <p:cNvSpPr txBox="1"/>
            <p:nvPr/>
          </p:nvSpPr>
          <p:spPr>
            <a:xfrm>
              <a:off x="6826915" y="4049983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C495901-F045-ADAD-56DC-E3A1D09BD56C}"/>
                </a:ext>
              </a:extLst>
            </p:cNvPr>
            <p:cNvSpPr txBox="1"/>
            <p:nvPr/>
          </p:nvSpPr>
          <p:spPr>
            <a:xfrm>
              <a:off x="7928124" y="5162296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9BCB91B-DF84-6869-9E49-C13D062D943A}"/>
                    </a:ext>
                  </a:extLst>
                </p:cNvPr>
                <p:cNvSpPr/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9BCB91B-DF84-6869-9E49-C13D062D94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blipFill>
                  <a:blip r:embed="rId3"/>
                  <a:stretch>
                    <a:fillRect l="-7813" r="-2344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B398926-AF7B-DAAB-3C87-C03C1B5D061E}"/>
                    </a:ext>
                  </a:extLst>
                </p:cNvPr>
                <p:cNvSpPr/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B398926-AF7B-DAAB-3C87-C03C1B5D06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blipFill>
                  <a:blip r:embed="rId4"/>
                  <a:stretch>
                    <a:fillRect t="-18571" b="-5714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B7EFD1D-9B21-B2FF-CB44-FD91FCAB54F7}"/>
                </a:ext>
              </a:extLst>
            </p:cNvPr>
            <p:cNvSpPr/>
            <p:nvPr/>
          </p:nvSpPr>
          <p:spPr>
            <a:xfrm rot="15762343">
              <a:off x="6352156" y="5341193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047E71-ABB0-DCF8-A336-211A80E590B0}"/>
                </a:ext>
              </a:extLst>
            </p:cNvPr>
            <p:cNvSpPr txBox="1"/>
            <p:nvPr/>
          </p:nvSpPr>
          <p:spPr>
            <a:xfrm>
              <a:off x="5912961" y="5365818"/>
              <a:ext cx="513282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2D9BCED-0A13-3BDF-E276-D6CF4DC7C217}"/>
                </a:ext>
              </a:extLst>
            </p:cNvPr>
            <p:cNvSpPr txBox="1"/>
            <p:nvPr/>
          </p:nvSpPr>
          <p:spPr>
            <a:xfrm>
              <a:off x="3163742" y="5858207"/>
              <a:ext cx="513282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1m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733CA6E-11F3-F40A-4B17-3F6D9F60383A}"/>
                </a:ext>
              </a:extLst>
            </p:cNvPr>
            <p:cNvGrpSpPr/>
            <p:nvPr/>
          </p:nvGrpSpPr>
          <p:grpSpPr>
            <a:xfrm>
              <a:off x="7270692" y="4245152"/>
              <a:ext cx="995563" cy="1017879"/>
              <a:chOff x="7408007" y="4411231"/>
              <a:chExt cx="995563" cy="1017879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F74709F-648B-A072-9C2A-686688AA3E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3092" y="4411231"/>
                <a:ext cx="0" cy="1017879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0875EB7-8AC8-9E1E-4998-2A7EA9907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08007" y="5423232"/>
                <a:ext cx="995563" cy="5878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B0CC726-3AB4-57C1-2CF6-69E0DDCC1E9B}"/>
                </a:ext>
              </a:extLst>
            </p:cNvPr>
            <p:cNvSpPr txBox="1"/>
            <p:nvPr/>
          </p:nvSpPr>
          <p:spPr>
            <a:xfrm>
              <a:off x="3852517" y="5349458"/>
              <a:ext cx="513282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13475D0-BFB0-624E-A2BF-5F3DAC8899F8}"/>
                </a:ext>
              </a:extLst>
            </p:cNvPr>
            <p:cNvSpPr txBox="1"/>
            <p:nvPr/>
          </p:nvSpPr>
          <p:spPr>
            <a:xfrm>
              <a:off x="5748076" y="4938881"/>
              <a:ext cx="513282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26D36FE-E4DF-8EFC-1856-BDF3E0897E77}"/>
                </a:ext>
              </a:extLst>
            </p:cNvPr>
            <p:cNvSpPr txBox="1"/>
            <p:nvPr/>
          </p:nvSpPr>
          <p:spPr>
            <a:xfrm>
              <a:off x="4843449" y="4922803"/>
              <a:ext cx="561372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POI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8D88EBF-8C6F-8D55-FEA4-5EAF339B5208}"/>
              </a:ext>
            </a:extLst>
          </p:cNvPr>
          <p:cNvGrpSpPr>
            <a:grpSpLocks noChangeAspect="1"/>
          </p:cNvGrpSpPr>
          <p:nvPr/>
        </p:nvGrpSpPr>
        <p:grpSpPr>
          <a:xfrm>
            <a:off x="5887223" y="373704"/>
            <a:ext cx="6114013" cy="3662144"/>
            <a:chOff x="4867920" y="995273"/>
            <a:chExt cx="6114014" cy="3662144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9611FC94-7C86-0F9A-2A4B-EDA889BC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7265" y="995273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6F02C73E-A6E0-FC9F-C1C8-9FB7BCC24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7265" y="1839616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8A7A422-E41A-9D1B-8C24-0F9B801B1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7265" y="2686142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2962FE4-40C2-6939-B376-5AD0911B4EF9}"/>
                </a:ext>
              </a:extLst>
            </p:cNvPr>
            <p:cNvSpPr/>
            <p:nvPr/>
          </p:nvSpPr>
          <p:spPr>
            <a:xfrm>
              <a:off x="4992467" y="1266252"/>
              <a:ext cx="1697740" cy="28353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Re_CS0_CS1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6AE16F-5381-5A1D-E908-F8F70DAE22AF}"/>
                </a:ext>
              </a:extLst>
            </p:cNvPr>
            <p:cNvSpPr/>
            <p:nvPr/>
          </p:nvSpPr>
          <p:spPr>
            <a:xfrm>
              <a:off x="4992467" y="2114651"/>
              <a:ext cx="1697740" cy="28353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Re_CS0_CS2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0E9B927-98B9-8ED7-2B7D-1CF8B505B9C5}"/>
                </a:ext>
              </a:extLst>
            </p:cNvPr>
            <p:cNvSpPr/>
            <p:nvPr/>
          </p:nvSpPr>
          <p:spPr>
            <a:xfrm>
              <a:off x="4992467" y="2937741"/>
              <a:ext cx="1697740" cy="28353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Re_CS0_CS3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4FB22B1-E6AE-7890-6097-24E9979F27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67920" y="3553730"/>
              <a:ext cx="6114014" cy="1103687"/>
              <a:chOff x="4613847" y="-210752"/>
              <a:chExt cx="6706380" cy="1210619"/>
            </a:xfrm>
          </p:grpSpPr>
          <p:pic>
            <p:nvPicPr>
              <p:cNvPr id="56" name="Picture 55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9A603C8D-5A5C-FC98-F224-284058050D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13847" y="-210752"/>
                <a:ext cx="6706380" cy="119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D0D7F85-F996-EAA5-7716-805BB5871729}"/>
                  </a:ext>
                </a:extLst>
              </p:cNvPr>
              <p:cNvSpPr/>
              <p:nvPr/>
            </p:nvSpPr>
            <p:spPr>
              <a:xfrm>
                <a:off x="7608438" y="764908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FE3FA30-FFB3-A7EC-0225-3D57B338AE38}"/>
                  </a:ext>
                </a:extLst>
              </p:cNvPr>
              <p:cNvSpPr/>
              <p:nvPr/>
            </p:nvSpPr>
            <p:spPr>
              <a:xfrm>
                <a:off x="7608438" y="548501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B7CA3AA-1C8F-4D93-1A64-0F041F4FDDCA}"/>
                  </a:ext>
                </a:extLst>
              </p:cNvPr>
              <p:cNvSpPr/>
              <p:nvPr/>
            </p:nvSpPr>
            <p:spPr>
              <a:xfrm>
                <a:off x="7608438" y="328811"/>
                <a:ext cx="1260418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796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554BD89-ED3B-06C6-DC00-FBDBF298D195}"/>
              </a:ext>
            </a:extLst>
          </p:cNvPr>
          <p:cNvGrpSpPr/>
          <p:nvPr/>
        </p:nvGrpSpPr>
        <p:grpSpPr>
          <a:xfrm>
            <a:off x="1598611" y="-944940"/>
            <a:ext cx="10593391" cy="7236080"/>
            <a:chOff x="1598610" y="-944941"/>
            <a:chExt cx="10593390" cy="72360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B77015-C3B4-A3F7-A75F-4BDC74FDC519}"/>
                </a:ext>
              </a:extLst>
            </p:cNvPr>
            <p:cNvSpPr/>
            <p:nvPr/>
          </p:nvSpPr>
          <p:spPr>
            <a:xfrm>
              <a:off x="1598610" y="-269761"/>
              <a:ext cx="1345176" cy="272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0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CS1</a:t>
              </a:r>
              <a:endParaRPr lang="en-US" sz="20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39C14B-8DB2-D0F9-4F49-766D4684486E}"/>
                </a:ext>
              </a:extLst>
            </p:cNvPr>
            <p:cNvSpPr/>
            <p:nvPr/>
          </p:nvSpPr>
          <p:spPr>
            <a:xfrm>
              <a:off x="1598610" y="1469977"/>
              <a:ext cx="1345176" cy="272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0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CS2</a:t>
              </a:r>
              <a:endParaRPr lang="en-US" sz="20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A95D1E-14A4-6B63-9084-6FC4A84914C4}"/>
                </a:ext>
              </a:extLst>
            </p:cNvPr>
            <p:cNvSpPr/>
            <p:nvPr/>
          </p:nvSpPr>
          <p:spPr>
            <a:xfrm>
              <a:off x="1598610" y="3209715"/>
              <a:ext cx="1345176" cy="272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0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CS3</a:t>
              </a:r>
              <a:endParaRPr lang="en-US" sz="20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F46BD1-D0C5-6003-EB15-E360FAE25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3209" y="-944941"/>
              <a:ext cx="6971865" cy="1681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6A0CF8-C52A-8B19-1931-7C0100103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3209" y="736439"/>
              <a:ext cx="6971865" cy="16984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434F12-4E8D-70E1-9FFC-5987D7E4B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3208" y="2437248"/>
              <a:ext cx="6971865" cy="17226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849303-4CD0-7038-365F-AE88AEE27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7947" y="4606553"/>
              <a:ext cx="6372225" cy="342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A0F43D9-951C-87FC-0092-8A6FC3C4B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87947" y="4963071"/>
              <a:ext cx="6372224" cy="3714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D1ED3B-923B-A824-A726-11FD7541046B}"/>
                </a:ext>
              </a:extLst>
            </p:cNvPr>
            <p:cNvSpPr/>
            <p:nvPr/>
          </p:nvSpPr>
          <p:spPr>
            <a:xfrm>
              <a:off x="9814429" y="5543954"/>
              <a:ext cx="2377571" cy="55139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Requirements met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A1CA3EB-3589-9DCB-887E-C556AA276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87947" y="4262337"/>
              <a:ext cx="6372224" cy="3524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1A7754-2352-69C2-04B3-D8A268640E84}"/>
                </a:ext>
              </a:extLst>
            </p:cNvPr>
            <p:cNvSpPr/>
            <p:nvPr/>
          </p:nvSpPr>
          <p:spPr>
            <a:xfrm>
              <a:off x="5340662" y="4248719"/>
              <a:ext cx="1114502" cy="20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EBEC51-9A76-B0C0-50C0-BB635E9C70C7}"/>
                </a:ext>
              </a:extLst>
            </p:cNvPr>
            <p:cNvSpPr/>
            <p:nvPr/>
          </p:nvSpPr>
          <p:spPr>
            <a:xfrm>
              <a:off x="5340662" y="4593893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0FB898-38EC-DD6F-A62D-BED65463427C}"/>
                </a:ext>
              </a:extLst>
            </p:cNvPr>
            <p:cNvSpPr/>
            <p:nvPr/>
          </p:nvSpPr>
          <p:spPr>
            <a:xfrm>
              <a:off x="5340662" y="4980207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1418C3B-CDCE-C497-572E-E7D8BD8960BD}"/>
                </a:ext>
              </a:extLst>
            </p:cNvPr>
            <p:cNvCxnSpPr>
              <a:cxnSpLocks/>
              <a:stCxn id="12" idx="1"/>
              <a:endCxn id="18" idx="3"/>
            </p:cNvCxnSpPr>
            <p:nvPr/>
          </p:nvCxnSpPr>
          <p:spPr>
            <a:xfrm flipH="1">
              <a:off x="8760172" y="5819651"/>
              <a:ext cx="105425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88F2414-DE8D-E901-608A-C123E2371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87948" y="5348164"/>
              <a:ext cx="6372224" cy="9429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36898E-466F-AB3C-E52E-EB774E2BA47D}"/>
                </a:ext>
              </a:extLst>
            </p:cNvPr>
            <p:cNvSpPr/>
            <p:nvPr/>
          </p:nvSpPr>
          <p:spPr>
            <a:xfrm>
              <a:off x="9319072" y="4358497"/>
              <a:ext cx="2033403" cy="55139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Correctors Used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8784086-00C7-505E-AC18-2B55D7E6C020}"/>
                </a:ext>
              </a:extLst>
            </p:cNvPr>
            <p:cNvCxnSpPr>
              <a:cxnSpLocks/>
              <a:stCxn id="19" idx="1"/>
              <a:endCxn id="10" idx="3"/>
            </p:cNvCxnSpPr>
            <p:nvPr/>
          </p:nvCxnSpPr>
          <p:spPr>
            <a:xfrm flipH="1">
              <a:off x="8760172" y="4634194"/>
              <a:ext cx="558900" cy="14380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37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2810</TotalTime>
  <Words>1498</Words>
  <Application>Microsoft Office PowerPoint</Application>
  <PresentationFormat>Widescreen</PresentationFormat>
  <Paragraphs>358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Abadi</vt:lpstr>
      <vt:lpstr>Aptos</vt:lpstr>
      <vt:lpstr>Aptos Display</vt:lpstr>
      <vt:lpstr>Arial</vt:lpstr>
      <vt:lpstr>Cambria Math</vt:lpstr>
      <vt:lpstr>Univers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KLA Corp.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2</cp:revision>
  <dcterms:created xsi:type="dcterms:W3CDTF">2025-10-08T20:52:45Z</dcterms:created>
  <dcterms:modified xsi:type="dcterms:W3CDTF">2025-10-22T19:38:03Z</dcterms:modified>
</cp:coreProperties>
</file>